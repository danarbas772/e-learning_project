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Roca Two Bold" charset="1" panose="00000800000000000000"/>
      <p:regular r:id="rId12"/>
    </p:embeddedFont>
    <p:embeddedFont>
      <p:font typeface="Poppins Bold" charset="1" panose="00000800000000000000"/>
      <p:regular r:id="rId13"/>
    </p:embeddedFont>
    <p:embeddedFont>
      <p:font typeface="Poppins"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sp>
        <p:nvSpPr>
          <p:cNvPr name="Freeform 2" id="2"/>
          <p:cNvSpPr/>
          <p:nvPr/>
        </p:nvSpPr>
        <p:spPr>
          <a:xfrm flipH="false" flipV="false" rot="0">
            <a:off x="11162818" y="2271427"/>
            <a:ext cx="7262603" cy="6721209"/>
          </a:xfrm>
          <a:custGeom>
            <a:avLst/>
            <a:gdLst/>
            <a:ahLst/>
            <a:cxnLst/>
            <a:rect r="r" b="b" t="t" l="l"/>
            <a:pathLst>
              <a:path h="6721209" w="7262603">
                <a:moveTo>
                  <a:pt x="0" y="0"/>
                </a:moveTo>
                <a:lnTo>
                  <a:pt x="7262603" y="0"/>
                </a:lnTo>
                <a:lnTo>
                  <a:pt x="7262603" y="6721208"/>
                </a:lnTo>
                <a:lnTo>
                  <a:pt x="0" y="67212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68087" y="3737361"/>
            <a:ext cx="5726043" cy="7091074"/>
          </a:xfrm>
          <a:custGeom>
            <a:avLst/>
            <a:gdLst/>
            <a:ahLst/>
            <a:cxnLst/>
            <a:rect r="r" b="b" t="t" l="l"/>
            <a:pathLst>
              <a:path h="7091074" w="5726043">
                <a:moveTo>
                  <a:pt x="0" y="0"/>
                </a:moveTo>
                <a:lnTo>
                  <a:pt x="5726043" y="0"/>
                </a:lnTo>
                <a:lnTo>
                  <a:pt x="5726043" y="7091074"/>
                </a:lnTo>
                <a:lnTo>
                  <a:pt x="0" y="7091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37931" y="4248352"/>
            <a:ext cx="9103068" cy="5165561"/>
            <a:chOff x="0" y="0"/>
            <a:chExt cx="1994990" cy="1132062"/>
          </a:xfrm>
        </p:grpSpPr>
        <p:sp>
          <p:nvSpPr>
            <p:cNvPr name="Freeform 5" id="5"/>
            <p:cNvSpPr/>
            <p:nvPr/>
          </p:nvSpPr>
          <p:spPr>
            <a:xfrm flipH="false" flipV="false" rot="0">
              <a:off x="0" y="0"/>
              <a:ext cx="1994990" cy="1132062"/>
            </a:xfrm>
            <a:custGeom>
              <a:avLst/>
              <a:gdLst/>
              <a:ahLst/>
              <a:cxnLst/>
              <a:rect r="r" b="b" t="t" l="l"/>
              <a:pathLst>
                <a:path h="1132062" w="1994990">
                  <a:moveTo>
                    <a:pt x="23813" y="0"/>
                  </a:moveTo>
                  <a:lnTo>
                    <a:pt x="1971176" y="0"/>
                  </a:lnTo>
                  <a:cubicBezTo>
                    <a:pt x="1977492" y="0"/>
                    <a:pt x="1983549" y="2509"/>
                    <a:pt x="1988015" y="6975"/>
                  </a:cubicBezTo>
                  <a:cubicBezTo>
                    <a:pt x="1992481" y="11441"/>
                    <a:pt x="1994990" y="17498"/>
                    <a:pt x="1994990" y="23813"/>
                  </a:cubicBezTo>
                  <a:lnTo>
                    <a:pt x="1994990" y="1108249"/>
                  </a:lnTo>
                  <a:cubicBezTo>
                    <a:pt x="1994990" y="1114565"/>
                    <a:pt x="1992481" y="1120622"/>
                    <a:pt x="1988015" y="1125088"/>
                  </a:cubicBezTo>
                  <a:cubicBezTo>
                    <a:pt x="1983549" y="1129553"/>
                    <a:pt x="1977492" y="1132062"/>
                    <a:pt x="1971176" y="1132062"/>
                  </a:cubicBezTo>
                  <a:lnTo>
                    <a:pt x="23813" y="1132062"/>
                  </a:lnTo>
                  <a:cubicBezTo>
                    <a:pt x="10662" y="1132062"/>
                    <a:pt x="0" y="1121401"/>
                    <a:pt x="0" y="1108249"/>
                  </a:cubicBezTo>
                  <a:lnTo>
                    <a:pt x="0" y="23813"/>
                  </a:lnTo>
                  <a:cubicBezTo>
                    <a:pt x="0" y="17498"/>
                    <a:pt x="2509" y="11441"/>
                    <a:pt x="6975" y="6975"/>
                  </a:cubicBezTo>
                  <a:cubicBezTo>
                    <a:pt x="11441" y="2509"/>
                    <a:pt x="17498" y="0"/>
                    <a:pt x="23813" y="0"/>
                  </a:cubicBezTo>
                  <a:close/>
                </a:path>
              </a:pathLst>
            </a:custGeom>
            <a:solidFill>
              <a:srgbClr val="48817B"/>
            </a:solidFill>
          </p:spPr>
        </p:sp>
        <p:sp>
          <p:nvSpPr>
            <p:cNvPr name="TextBox 6" id="6"/>
            <p:cNvSpPr txBox="true"/>
            <p:nvPr/>
          </p:nvSpPr>
          <p:spPr>
            <a:xfrm>
              <a:off x="0" y="0"/>
              <a:ext cx="1994990" cy="1132062"/>
            </a:xfrm>
            <a:prstGeom prst="rect">
              <a:avLst/>
            </a:prstGeom>
          </p:spPr>
          <p:txBody>
            <a:bodyPr anchor="ctr" rtlCol="false" tIns="50800" lIns="50800" bIns="50800" rIns="50800"/>
            <a:lstStyle/>
            <a:p>
              <a:pPr algn="ctr">
                <a:lnSpc>
                  <a:spcPts val="2640"/>
                </a:lnSpc>
              </a:pPr>
            </a:p>
          </p:txBody>
        </p:sp>
      </p:grpSp>
      <p:sp>
        <p:nvSpPr>
          <p:cNvPr name="TextBox 7" id="7"/>
          <p:cNvSpPr txBox="true"/>
          <p:nvPr/>
        </p:nvSpPr>
        <p:spPr>
          <a:xfrm rot="0">
            <a:off x="937931" y="549210"/>
            <a:ext cx="10224887" cy="1722216"/>
          </a:xfrm>
          <a:prstGeom prst="rect">
            <a:avLst/>
          </a:prstGeom>
        </p:spPr>
        <p:txBody>
          <a:bodyPr anchor="t" rtlCol="false" tIns="0" lIns="0" bIns="0" rIns="0">
            <a:spAutoFit/>
          </a:bodyPr>
          <a:lstStyle/>
          <a:p>
            <a:pPr algn="l">
              <a:lnSpc>
                <a:spcPts val="14052"/>
              </a:lnSpc>
            </a:pPr>
            <a:r>
              <a:rPr lang="en-US" b="true" sz="10037" spc="-301">
                <a:solidFill>
                  <a:srgbClr val="48817B"/>
                </a:solidFill>
                <a:latin typeface="Roca Two Bold"/>
                <a:ea typeface="Roca Two Bold"/>
                <a:cs typeface="Roca Two Bold"/>
                <a:sym typeface="Roca Two Bold"/>
              </a:rPr>
              <a:t>KELOMPOK  1</a:t>
            </a:r>
          </a:p>
        </p:txBody>
      </p:sp>
      <p:sp>
        <p:nvSpPr>
          <p:cNvPr name="TextBox 8" id="8"/>
          <p:cNvSpPr txBox="true"/>
          <p:nvPr/>
        </p:nvSpPr>
        <p:spPr>
          <a:xfrm rot="0">
            <a:off x="937931" y="1746781"/>
            <a:ext cx="10224887" cy="1722216"/>
          </a:xfrm>
          <a:prstGeom prst="rect">
            <a:avLst/>
          </a:prstGeom>
        </p:spPr>
        <p:txBody>
          <a:bodyPr anchor="t" rtlCol="false" tIns="0" lIns="0" bIns="0" rIns="0">
            <a:spAutoFit/>
          </a:bodyPr>
          <a:lstStyle/>
          <a:p>
            <a:pPr algn="l">
              <a:lnSpc>
                <a:spcPts val="14052"/>
              </a:lnSpc>
            </a:pPr>
            <a:r>
              <a:rPr lang="en-US" b="true" sz="10037" spc="-301">
                <a:solidFill>
                  <a:srgbClr val="562B1E"/>
                </a:solidFill>
                <a:latin typeface="Roca Two Bold"/>
                <a:ea typeface="Roca Two Bold"/>
                <a:cs typeface="Roca Two Bold"/>
                <a:sym typeface="Roca Two Bold"/>
              </a:rPr>
              <a:t>KELAS  1C</a:t>
            </a:r>
          </a:p>
        </p:txBody>
      </p:sp>
      <p:sp>
        <p:nvSpPr>
          <p:cNvPr name="TextBox 9" id="9"/>
          <p:cNvSpPr txBox="true"/>
          <p:nvPr/>
        </p:nvSpPr>
        <p:spPr>
          <a:xfrm rot="0">
            <a:off x="937931" y="3642452"/>
            <a:ext cx="3225137" cy="427745"/>
          </a:xfrm>
          <a:prstGeom prst="rect">
            <a:avLst/>
          </a:prstGeom>
        </p:spPr>
        <p:txBody>
          <a:bodyPr anchor="t" rtlCol="false" tIns="0" lIns="0" bIns="0" rIns="0">
            <a:spAutoFit/>
          </a:bodyPr>
          <a:lstStyle/>
          <a:p>
            <a:pPr algn="l">
              <a:lnSpc>
                <a:spcPts val="3172"/>
              </a:lnSpc>
            </a:pPr>
            <a:r>
              <a:rPr lang="en-US" b="true" sz="2884" spc="-86">
                <a:solidFill>
                  <a:srgbClr val="48817B"/>
                </a:solidFill>
                <a:latin typeface="Poppins Bold"/>
                <a:ea typeface="Poppins Bold"/>
                <a:cs typeface="Poppins Bold"/>
                <a:sym typeface="Poppins Bold"/>
              </a:rPr>
              <a:t>DISUSUN OLEH :</a:t>
            </a:r>
          </a:p>
        </p:txBody>
      </p:sp>
      <p:sp>
        <p:nvSpPr>
          <p:cNvPr name="TextBox 10" id="10"/>
          <p:cNvSpPr txBox="true"/>
          <p:nvPr/>
        </p:nvSpPr>
        <p:spPr>
          <a:xfrm rot="0">
            <a:off x="1192417" y="4369821"/>
            <a:ext cx="8920645" cy="4922426"/>
          </a:xfrm>
          <a:prstGeom prst="rect">
            <a:avLst/>
          </a:prstGeom>
        </p:spPr>
        <p:txBody>
          <a:bodyPr anchor="t" rtlCol="false" tIns="0" lIns="0" bIns="0" rIns="0">
            <a:spAutoFit/>
          </a:bodyPr>
          <a:lstStyle/>
          <a:p>
            <a:pPr algn="l">
              <a:lnSpc>
                <a:spcPts val="3028"/>
              </a:lnSpc>
            </a:pPr>
            <a:r>
              <a:rPr lang="en-US" b="true" sz="2163" spc="-64">
                <a:solidFill>
                  <a:srgbClr val="FFFEF2"/>
                </a:solidFill>
                <a:latin typeface="Poppins Bold"/>
                <a:ea typeface="Poppins Bold"/>
                <a:cs typeface="Poppins Bold"/>
                <a:sym typeface="Poppins Bold"/>
              </a:rPr>
              <a:t>1. NAYLA R</a:t>
            </a:r>
            <a:r>
              <a:rPr lang="en-US" b="true" sz="2163" spc="-64">
                <a:solidFill>
                  <a:srgbClr val="FFFEF2"/>
                </a:solidFill>
                <a:latin typeface="Poppins Bold"/>
                <a:ea typeface="Poppins Bold"/>
                <a:cs typeface="Poppins Bold"/>
                <a:sym typeface="Poppins Bold"/>
              </a:rPr>
              <a:t>ISKI SEPTIANI (P1337420326082)</a:t>
            </a:r>
          </a:p>
          <a:p>
            <a:pPr algn="l">
              <a:lnSpc>
                <a:spcPts val="3028"/>
              </a:lnSpc>
            </a:pPr>
            <a:r>
              <a:rPr lang="en-US" b="true" sz="2163" spc="-64">
                <a:solidFill>
                  <a:srgbClr val="FFFEF2"/>
                </a:solidFill>
                <a:latin typeface="Poppins Bold"/>
                <a:ea typeface="Poppins Bold"/>
                <a:cs typeface="Poppins Bold"/>
                <a:sym typeface="Poppins Bold"/>
              </a:rPr>
              <a:t>2. GENDHIS MUGI LESTARI (P1337420326047)</a:t>
            </a:r>
          </a:p>
          <a:p>
            <a:pPr algn="l">
              <a:lnSpc>
                <a:spcPts val="3028"/>
              </a:lnSpc>
            </a:pPr>
            <a:r>
              <a:rPr lang="en-US" b="true" sz="2163" spc="-64">
                <a:solidFill>
                  <a:srgbClr val="FFFEF2"/>
                </a:solidFill>
                <a:latin typeface="Poppins Bold"/>
                <a:ea typeface="Poppins Bold"/>
                <a:cs typeface="Poppins Bold"/>
                <a:sym typeface="Poppins Bold"/>
              </a:rPr>
              <a:t>3. HELVIA SULISTINA ( P1337420326036)</a:t>
            </a:r>
          </a:p>
          <a:p>
            <a:pPr algn="l">
              <a:lnSpc>
                <a:spcPts val="3028"/>
              </a:lnSpc>
            </a:pPr>
            <a:r>
              <a:rPr lang="en-US" b="true" sz="2163" spc="-64">
                <a:solidFill>
                  <a:srgbClr val="FFFEF2"/>
                </a:solidFill>
                <a:latin typeface="Poppins Bold"/>
                <a:ea typeface="Poppins Bold"/>
                <a:cs typeface="Poppins Bold"/>
                <a:sym typeface="Poppins Bold"/>
              </a:rPr>
              <a:t>4. ⁠KENIA RUWAIDAH ⁠(P1337420326095)</a:t>
            </a:r>
          </a:p>
          <a:p>
            <a:pPr algn="l">
              <a:lnSpc>
                <a:spcPts val="3028"/>
              </a:lnSpc>
            </a:pPr>
            <a:r>
              <a:rPr lang="en-US" b="true" sz="2163" spc="-64">
                <a:solidFill>
                  <a:srgbClr val="FFFEF2"/>
                </a:solidFill>
                <a:latin typeface="Poppins Bold"/>
                <a:ea typeface="Poppins Bold"/>
                <a:cs typeface="Poppins Bold"/>
                <a:sym typeface="Poppins Bold"/>
              </a:rPr>
              <a:t>5. LILA SETIAWATI (P1337420326021)</a:t>
            </a:r>
          </a:p>
          <a:p>
            <a:pPr algn="l">
              <a:lnSpc>
                <a:spcPts val="3028"/>
              </a:lnSpc>
            </a:pPr>
            <a:r>
              <a:rPr lang="en-US" b="true" sz="2163" spc="-64">
                <a:solidFill>
                  <a:srgbClr val="FFFEF2"/>
                </a:solidFill>
                <a:latin typeface="Poppins Bold"/>
                <a:ea typeface="Poppins Bold"/>
                <a:cs typeface="Poppins Bold"/>
                <a:sym typeface="Poppins Bold"/>
              </a:rPr>
              <a:t>6. DYAH AYU KUSUMAWARDHANI  (P1337420326138)</a:t>
            </a:r>
          </a:p>
          <a:p>
            <a:pPr algn="l">
              <a:lnSpc>
                <a:spcPts val="3028"/>
              </a:lnSpc>
            </a:pPr>
            <a:r>
              <a:rPr lang="en-US" b="true" sz="2163" spc="-64">
                <a:solidFill>
                  <a:srgbClr val="FFFEF2"/>
                </a:solidFill>
                <a:latin typeface="Poppins Bold"/>
                <a:ea typeface="Poppins Bold"/>
                <a:cs typeface="Poppins Bold"/>
                <a:sym typeface="Poppins Bold"/>
              </a:rPr>
              <a:t>7. ⁠NAFIISYA DWI UTOMO(P1337420326116)</a:t>
            </a:r>
          </a:p>
          <a:p>
            <a:pPr algn="l">
              <a:lnSpc>
                <a:spcPts val="3028"/>
              </a:lnSpc>
            </a:pPr>
            <a:r>
              <a:rPr lang="en-US" b="true" sz="2163" spc="-64">
                <a:solidFill>
                  <a:srgbClr val="FFFEF2"/>
                </a:solidFill>
                <a:latin typeface="Poppins Bold"/>
                <a:ea typeface="Poppins Bold"/>
                <a:cs typeface="Poppins Bold"/>
                <a:sym typeface="Poppins Bold"/>
              </a:rPr>
              <a:t>8. SALVIA GUSNIA ATHA MASITHOH (P1337420326040)</a:t>
            </a:r>
          </a:p>
          <a:p>
            <a:pPr algn="l">
              <a:lnSpc>
                <a:spcPts val="3028"/>
              </a:lnSpc>
            </a:pPr>
            <a:r>
              <a:rPr lang="en-US" b="true" sz="2163" spc="-64">
                <a:solidFill>
                  <a:srgbClr val="FFFEF2"/>
                </a:solidFill>
                <a:latin typeface="Poppins Bold"/>
                <a:ea typeface="Poppins Bold"/>
                <a:cs typeface="Poppins Bold"/>
                <a:sym typeface="Poppins Bold"/>
              </a:rPr>
              <a:t>9. ANGELLY PUTRI LESTARI (P1337420326044)</a:t>
            </a:r>
          </a:p>
          <a:p>
            <a:pPr algn="l">
              <a:lnSpc>
                <a:spcPts val="3028"/>
              </a:lnSpc>
            </a:pPr>
            <a:r>
              <a:rPr lang="en-US" b="true" sz="2163" spc="-64">
                <a:solidFill>
                  <a:srgbClr val="FFFEF2"/>
                </a:solidFill>
                <a:latin typeface="Poppins Bold"/>
                <a:ea typeface="Poppins Bold"/>
                <a:cs typeface="Poppins Bold"/>
                <a:sym typeface="Poppins Bold"/>
              </a:rPr>
              <a:t>10. AYU MARSHA AULIA (P1337420326053)</a:t>
            </a:r>
          </a:p>
          <a:p>
            <a:pPr algn="l">
              <a:lnSpc>
                <a:spcPts val="3028"/>
              </a:lnSpc>
            </a:pPr>
            <a:r>
              <a:rPr lang="en-US" b="true" sz="2163" spc="-64">
                <a:solidFill>
                  <a:srgbClr val="FFFEF2"/>
                </a:solidFill>
                <a:latin typeface="Poppins Bold"/>
                <a:ea typeface="Poppins Bold"/>
                <a:cs typeface="Poppins Bold"/>
                <a:sym typeface="Poppins Bold"/>
              </a:rPr>
              <a:t>11. ⁠BILQIS AZZAHRA (P1337420326079)</a:t>
            </a:r>
          </a:p>
          <a:p>
            <a:pPr algn="l">
              <a:lnSpc>
                <a:spcPts val="3028"/>
              </a:lnSpc>
            </a:pPr>
            <a:r>
              <a:rPr lang="en-US" b="true" sz="2163" spc="-64">
                <a:solidFill>
                  <a:srgbClr val="FFFEF2"/>
                </a:solidFill>
                <a:latin typeface="Poppins Bold"/>
                <a:ea typeface="Poppins Bold"/>
                <a:cs typeface="Poppins Bold"/>
                <a:sym typeface="Poppins Bold"/>
              </a:rPr>
              <a:t>12. RIDHO ILHAM FAJRI (P1337420326135)</a:t>
            </a:r>
          </a:p>
          <a:p>
            <a:pPr algn="l">
              <a:lnSpc>
                <a:spcPts val="3028"/>
              </a:lnSpc>
            </a:pPr>
            <a:r>
              <a:rPr lang="en-US" b="true" sz="2163" spc="-64">
                <a:solidFill>
                  <a:srgbClr val="FFFEF2"/>
                </a:solidFill>
                <a:latin typeface="Poppins Bold"/>
                <a:ea typeface="Poppins Bold"/>
                <a:cs typeface="Poppins Bold"/>
                <a:sym typeface="Poppins Bold"/>
              </a:rPr>
              <a:t>13. YUSUF REZA HIDAYAT (P1337420326045)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sp>
        <p:nvSpPr>
          <p:cNvPr name="Freeform 2" id="2"/>
          <p:cNvSpPr/>
          <p:nvPr/>
        </p:nvSpPr>
        <p:spPr>
          <a:xfrm flipH="false" flipV="false" rot="2206617">
            <a:off x="-579192" y="-835469"/>
            <a:ext cx="4065497" cy="4463121"/>
          </a:xfrm>
          <a:custGeom>
            <a:avLst/>
            <a:gdLst/>
            <a:ahLst/>
            <a:cxnLst/>
            <a:rect r="r" b="b" t="t" l="l"/>
            <a:pathLst>
              <a:path h="4463121" w="4065497">
                <a:moveTo>
                  <a:pt x="0" y="0"/>
                </a:moveTo>
                <a:lnTo>
                  <a:pt x="4065498" y="0"/>
                </a:lnTo>
                <a:lnTo>
                  <a:pt x="4065498" y="4463121"/>
                </a:lnTo>
                <a:lnTo>
                  <a:pt x="0" y="4463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611136" y="6377287"/>
            <a:ext cx="6241621" cy="6852079"/>
          </a:xfrm>
          <a:custGeom>
            <a:avLst/>
            <a:gdLst/>
            <a:ahLst/>
            <a:cxnLst/>
            <a:rect r="r" b="b" t="t" l="l"/>
            <a:pathLst>
              <a:path h="6852079" w="6241621">
                <a:moveTo>
                  <a:pt x="0" y="6852079"/>
                </a:moveTo>
                <a:lnTo>
                  <a:pt x="6241622" y="6852079"/>
                </a:lnTo>
                <a:lnTo>
                  <a:pt x="6241622" y="0"/>
                </a:lnTo>
                <a:lnTo>
                  <a:pt x="0" y="0"/>
                </a:lnTo>
                <a:lnTo>
                  <a:pt x="0" y="685207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204000" y="3549897"/>
            <a:ext cx="13880000" cy="2856870"/>
          </a:xfrm>
          <a:prstGeom prst="rect">
            <a:avLst/>
          </a:prstGeom>
        </p:spPr>
        <p:txBody>
          <a:bodyPr anchor="t" rtlCol="false" tIns="0" lIns="0" bIns="0" rIns="0">
            <a:spAutoFit/>
          </a:bodyPr>
          <a:lstStyle/>
          <a:p>
            <a:pPr algn="ctr">
              <a:lnSpc>
                <a:spcPts val="5600"/>
              </a:lnSpc>
            </a:pPr>
            <a:r>
              <a:rPr lang="en-US" b="true" sz="5600" spc="-168">
                <a:solidFill>
                  <a:srgbClr val="48817B"/>
                </a:solidFill>
                <a:latin typeface="Roca Two Bold"/>
                <a:ea typeface="Roca Two Bold"/>
                <a:cs typeface="Roca Two Bold"/>
                <a:sym typeface="Roca Two Bold"/>
              </a:rPr>
              <a:t>Peran Perawat dalam Men</a:t>
            </a:r>
            <a:r>
              <a:rPr lang="en-US" b="true" sz="5600" spc="-168">
                <a:solidFill>
                  <a:srgbClr val="48817B"/>
                </a:solidFill>
                <a:latin typeface="Roca Two Bold"/>
                <a:ea typeface="Roca Two Bold"/>
                <a:cs typeface="Roca Two Bold"/>
                <a:sym typeface="Roca Two Bold"/>
              </a:rPr>
              <a:t>genali Nyeri pada Anak dengan Autism Spectrum Disorder (ASD) yang Mengalami Hambatan Komunikasi Verbal</a:t>
            </a:r>
          </a:p>
        </p:txBody>
      </p:sp>
      <p:sp>
        <p:nvSpPr>
          <p:cNvPr name="Freeform 5" id="5"/>
          <p:cNvSpPr/>
          <p:nvPr/>
        </p:nvSpPr>
        <p:spPr>
          <a:xfrm flipH="false" flipV="false" rot="0">
            <a:off x="-431924" y="6742042"/>
            <a:ext cx="3982331" cy="4078737"/>
          </a:xfrm>
          <a:custGeom>
            <a:avLst/>
            <a:gdLst/>
            <a:ahLst/>
            <a:cxnLst/>
            <a:rect r="r" b="b" t="t" l="l"/>
            <a:pathLst>
              <a:path h="4078737" w="3982331">
                <a:moveTo>
                  <a:pt x="0" y="0"/>
                </a:moveTo>
                <a:lnTo>
                  <a:pt x="3982330" y="0"/>
                </a:lnTo>
                <a:lnTo>
                  <a:pt x="3982330" y="4078737"/>
                </a:lnTo>
                <a:lnTo>
                  <a:pt x="0" y="40787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732109">
            <a:off x="15895377" y="-3513969"/>
            <a:ext cx="7262603" cy="6721209"/>
          </a:xfrm>
          <a:custGeom>
            <a:avLst/>
            <a:gdLst/>
            <a:ahLst/>
            <a:cxnLst/>
            <a:rect r="r" b="b" t="t" l="l"/>
            <a:pathLst>
              <a:path h="6721209" w="7262603">
                <a:moveTo>
                  <a:pt x="0" y="0"/>
                </a:moveTo>
                <a:lnTo>
                  <a:pt x="7262603" y="0"/>
                </a:lnTo>
                <a:lnTo>
                  <a:pt x="7262603" y="6721209"/>
                </a:lnTo>
                <a:lnTo>
                  <a:pt x="0" y="67212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sp>
        <p:nvSpPr>
          <p:cNvPr name="Freeform 2" id="2"/>
          <p:cNvSpPr/>
          <p:nvPr/>
        </p:nvSpPr>
        <p:spPr>
          <a:xfrm flipH="false" flipV="false" rot="0">
            <a:off x="14645347" y="-332773"/>
            <a:ext cx="3806575" cy="3702760"/>
          </a:xfrm>
          <a:custGeom>
            <a:avLst/>
            <a:gdLst/>
            <a:ahLst/>
            <a:cxnLst/>
            <a:rect r="r" b="b" t="t" l="l"/>
            <a:pathLst>
              <a:path h="3702760" w="3806575">
                <a:moveTo>
                  <a:pt x="0" y="0"/>
                </a:moveTo>
                <a:lnTo>
                  <a:pt x="3806576" y="0"/>
                </a:lnTo>
                <a:lnTo>
                  <a:pt x="3806576" y="3702759"/>
                </a:lnTo>
                <a:lnTo>
                  <a:pt x="0" y="37027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007569" y="7696779"/>
            <a:ext cx="5965531" cy="5802835"/>
          </a:xfrm>
          <a:custGeom>
            <a:avLst/>
            <a:gdLst/>
            <a:ahLst/>
            <a:cxnLst/>
            <a:rect r="r" b="b" t="t" l="l"/>
            <a:pathLst>
              <a:path h="5802835" w="5965531">
                <a:moveTo>
                  <a:pt x="0" y="5802835"/>
                </a:moveTo>
                <a:lnTo>
                  <a:pt x="5965532" y="5802835"/>
                </a:lnTo>
                <a:lnTo>
                  <a:pt x="5965532" y="0"/>
                </a:lnTo>
                <a:lnTo>
                  <a:pt x="0" y="0"/>
                </a:lnTo>
                <a:lnTo>
                  <a:pt x="0" y="580283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775076" y="3205876"/>
            <a:ext cx="14342426" cy="5090584"/>
            <a:chOff x="0" y="0"/>
            <a:chExt cx="4080192" cy="1448190"/>
          </a:xfrm>
        </p:grpSpPr>
        <p:sp>
          <p:nvSpPr>
            <p:cNvPr name="Freeform 5" id="5"/>
            <p:cNvSpPr/>
            <p:nvPr/>
          </p:nvSpPr>
          <p:spPr>
            <a:xfrm flipH="false" flipV="false" rot="0">
              <a:off x="0" y="0"/>
              <a:ext cx="4080192" cy="1448190"/>
            </a:xfrm>
            <a:custGeom>
              <a:avLst/>
              <a:gdLst/>
              <a:ahLst/>
              <a:cxnLst/>
              <a:rect r="r" b="b" t="t" l="l"/>
              <a:pathLst>
                <a:path h="1448190" w="4080192">
                  <a:moveTo>
                    <a:pt x="30228" y="0"/>
                  </a:moveTo>
                  <a:lnTo>
                    <a:pt x="4049964" y="0"/>
                  </a:lnTo>
                  <a:cubicBezTo>
                    <a:pt x="4066658" y="0"/>
                    <a:pt x="4080192" y="13534"/>
                    <a:pt x="4080192" y="30228"/>
                  </a:cubicBezTo>
                  <a:lnTo>
                    <a:pt x="4080192" y="1417962"/>
                  </a:lnTo>
                  <a:cubicBezTo>
                    <a:pt x="4080192" y="1434656"/>
                    <a:pt x="4066658" y="1448190"/>
                    <a:pt x="4049964" y="1448190"/>
                  </a:cubicBezTo>
                  <a:lnTo>
                    <a:pt x="30228" y="1448190"/>
                  </a:lnTo>
                  <a:cubicBezTo>
                    <a:pt x="13534" y="1448190"/>
                    <a:pt x="0" y="1434656"/>
                    <a:pt x="0" y="1417962"/>
                  </a:cubicBezTo>
                  <a:lnTo>
                    <a:pt x="0" y="30228"/>
                  </a:lnTo>
                  <a:cubicBezTo>
                    <a:pt x="0" y="13534"/>
                    <a:pt x="13534" y="0"/>
                    <a:pt x="30228" y="0"/>
                  </a:cubicBezTo>
                  <a:close/>
                </a:path>
              </a:pathLst>
            </a:custGeom>
            <a:solidFill>
              <a:srgbClr val="48817B"/>
            </a:solidFill>
          </p:spPr>
        </p:sp>
        <p:sp>
          <p:nvSpPr>
            <p:cNvPr name="TextBox 6" id="6"/>
            <p:cNvSpPr txBox="true"/>
            <p:nvPr/>
          </p:nvSpPr>
          <p:spPr>
            <a:xfrm>
              <a:off x="0" y="0"/>
              <a:ext cx="4080192" cy="1448190"/>
            </a:xfrm>
            <a:prstGeom prst="rect">
              <a:avLst/>
            </a:prstGeom>
          </p:spPr>
          <p:txBody>
            <a:bodyPr anchor="ctr" rtlCol="false" tIns="50800" lIns="50800" bIns="50800" rIns="50800"/>
            <a:lstStyle/>
            <a:p>
              <a:pPr algn="ctr">
                <a:lnSpc>
                  <a:spcPts val="2640"/>
                </a:lnSpc>
              </a:pPr>
            </a:p>
          </p:txBody>
        </p:sp>
      </p:grpSp>
      <p:grpSp>
        <p:nvGrpSpPr>
          <p:cNvPr name="Group 7" id="7"/>
          <p:cNvGrpSpPr/>
          <p:nvPr/>
        </p:nvGrpSpPr>
        <p:grpSpPr>
          <a:xfrm rot="0">
            <a:off x="977781" y="5010160"/>
            <a:ext cx="6775855" cy="1262520"/>
            <a:chOff x="0" y="0"/>
            <a:chExt cx="1927623" cy="359167"/>
          </a:xfrm>
        </p:grpSpPr>
        <p:sp>
          <p:nvSpPr>
            <p:cNvPr name="Freeform 8" id="8"/>
            <p:cNvSpPr/>
            <p:nvPr/>
          </p:nvSpPr>
          <p:spPr>
            <a:xfrm flipH="false" flipV="false" rot="0">
              <a:off x="0" y="0"/>
              <a:ext cx="1927623" cy="359167"/>
            </a:xfrm>
            <a:custGeom>
              <a:avLst/>
              <a:gdLst/>
              <a:ahLst/>
              <a:cxnLst/>
              <a:rect r="r" b="b" t="t" l="l"/>
              <a:pathLst>
                <a:path h="359167" w="1927623">
                  <a:moveTo>
                    <a:pt x="43418" y="0"/>
                  </a:moveTo>
                  <a:lnTo>
                    <a:pt x="1884205" y="0"/>
                  </a:lnTo>
                  <a:cubicBezTo>
                    <a:pt x="1908184" y="0"/>
                    <a:pt x="1927623" y="19439"/>
                    <a:pt x="1927623" y="43418"/>
                  </a:cubicBezTo>
                  <a:lnTo>
                    <a:pt x="1927623" y="315749"/>
                  </a:lnTo>
                  <a:cubicBezTo>
                    <a:pt x="1927623" y="327264"/>
                    <a:pt x="1923049" y="338308"/>
                    <a:pt x="1914906" y="346450"/>
                  </a:cubicBezTo>
                  <a:cubicBezTo>
                    <a:pt x="1906764" y="354593"/>
                    <a:pt x="1895720" y="359167"/>
                    <a:pt x="1884205" y="359167"/>
                  </a:cubicBezTo>
                  <a:lnTo>
                    <a:pt x="43418" y="359167"/>
                  </a:lnTo>
                  <a:cubicBezTo>
                    <a:pt x="19439" y="359167"/>
                    <a:pt x="0" y="339728"/>
                    <a:pt x="0" y="315749"/>
                  </a:cubicBezTo>
                  <a:lnTo>
                    <a:pt x="0" y="43418"/>
                  </a:lnTo>
                  <a:cubicBezTo>
                    <a:pt x="0" y="19439"/>
                    <a:pt x="19439" y="0"/>
                    <a:pt x="43418" y="0"/>
                  </a:cubicBezTo>
                  <a:close/>
                </a:path>
              </a:pathLst>
            </a:custGeom>
            <a:ln w="47625" cap="rnd">
              <a:solidFill>
                <a:srgbClr val="FFFEF2"/>
              </a:solidFill>
              <a:prstDash val="solid"/>
              <a:round/>
            </a:ln>
          </p:spPr>
        </p:sp>
        <p:sp>
          <p:nvSpPr>
            <p:cNvPr name="TextBox 9" id="9"/>
            <p:cNvSpPr txBox="true"/>
            <p:nvPr/>
          </p:nvSpPr>
          <p:spPr>
            <a:xfrm>
              <a:off x="0" y="0"/>
              <a:ext cx="1927623" cy="359167"/>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977781" y="3581810"/>
            <a:ext cx="6775855" cy="1262520"/>
            <a:chOff x="0" y="0"/>
            <a:chExt cx="1927623" cy="359167"/>
          </a:xfrm>
        </p:grpSpPr>
        <p:sp>
          <p:nvSpPr>
            <p:cNvPr name="Freeform 11" id="11"/>
            <p:cNvSpPr/>
            <p:nvPr/>
          </p:nvSpPr>
          <p:spPr>
            <a:xfrm flipH="false" flipV="false" rot="0">
              <a:off x="0" y="0"/>
              <a:ext cx="1927623" cy="359167"/>
            </a:xfrm>
            <a:custGeom>
              <a:avLst/>
              <a:gdLst/>
              <a:ahLst/>
              <a:cxnLst/>
              <a:rect r="r" b="b" t="t" l="l"/>
              <a:pathLst>
                <a:path h="359167" w="1927623">
                  <a:moveTo>
                    <a:pt x="43418" y="0"/>
                  </a:moveTo>
                  <a:lnTo>
                    <a:pt x="1884205" y="0"/>
                  </a:lnTo>
                  <a:cubicBezTo>
                    <a:pt x="1908184" y="0"/>
                    <a:pt x="1927623" y="19439"/>
                    <a:pt x="1927623" y="43418"/>
                  </a:cubicBezTo>
                  <a:lnTo>
                    <a:pt x="1927623" y="315749"/>
                  </a:lnTo>
                  <a:cubicBezTo>
                    <a:pt x="1927623" y="327264"/>
                    <a:pt x="1923049" y="338308"/>
                    <a:pt x="1914906" y="346450"/>
                  </a:cubicBezTo>
                  <a:cubicBezTo>
                    <a:pt x="1906764" y="354593"/>
                    <a:pt x="1895720" y="359167"/>
                    <a:pt x="1884205" y="359167"/>
                  </a:cubicBezTo>
                  <a:lnTo>
                    <a:pt x="43418" y="359167"/>
                  </a:lnTo>
                  <a:cubicBezTo>
                    <a:pt x="19439" y="359167"/>
                    <a:pt x="0" y="339728"/>
                    <a:pt x="0" y="315749"/>
                  </a:cubicBezTo>
                  <a:lnTo>
                    <a:pt x="0" y="43418"/>
                  </a:lnTo>
                  <a:cubicBezTo>
                    <a:pt x="0" y="19439"/>
                    <a:pt x="19439" y="0"/>
                    <a:pt x="43418" y="0"/>
                  </a:cubicBezTo>
                  <a:close/>
                </a:path>
              </a:pathLst>
            </a:custGeom>
            <a:ln w="47625" cap="rnd">
              <a:solidFill>
                <a:srgbClr val="FFFEF2"/>
              </a:solidFill>
              <a:prstDash val="solid"/>
              <a:round/>
            </a:ln>
          </p:spPr>
        </p:sp>
        <p:sp>
          <p:nvSpPr>
            <p:cNvPr name="TextBox 12" id="12"/>
            <p:cNvSpPr txBox="true"/>
            <p:nvPr/>
          </p:nvSpPr>
          <p:spPr>
            <a:xfrm>
              <a:off x="0" y="0"/>
              <a:ext cx="1927623" cy="359167"/>
            </a:xfrm>
            <a:prstGeom prst="rect">
              <a:avLst/>
            </a:prstGeom>
          </p:spPr>
          <p:txBody>
            <a:bodyPr anchor="ctr" rtlCol="false" tIns="50800" lIns="50800" bIns="50800" rIns="50800"/>
            <a:lstStyle/>
            <a:p>
              <a:pPr algn="ctr">
                <a:lnSpc>
                  <a:spcPts val="2640"/>
                </a:lnSpc>
              </a:pPr>
            </a:p>
          </p:txBody>
        </p:sp>
      </p:grpSp>
      <p:grpSp>
        <p:nvGrpSpPr>
          <p:cNvPr name="Group 13" id="13"/>
          <p:cNvGrpSpPr/>
          <p:nvPr/>
        </p:nvGrpSpPr>
        <p:grpSpPr>
          <a:xfrm rot="0">
            <a:off x="977781" y="6438509"/>
            <a:ext cx="6775855" cy="1375428"/>
            <a:chOff x="0" y="0"/>
            <a:chExt cx="1927623" cy="391287"/>
          </a:xfrm>
        </p:grpSpPr>
        <p:sp>
          <p:nvSpPr>
            <p:cNvPr name="Freeform 14" id="14"/>
            <p:cNvSpPr/>
            <p:nvPr/>
          </p:nvSpPr>
          <p:spPr>
            <a:xfrm flipH="false" flipV="false" rot="0">
              <a:off x="0" y="0"/>
              <a:ext cx="1927623" cy="391287"/>
            </a:xfrm>
            <a:custGeom>
              <a:avLst/>
              <a:gdLst/>
              <a:ahLst/>
              <a:cxnLst/>
              <a:rect r="r" b="b" t="t" l="l"/>
              <a:pathLst>
                <a:path h="391287" w="1927623">
                  <a:moveTo>
                    <a:pt x="43418" y="0"/>
                  </a:moveTo>
                  <a:lnTo>
                    <a:pt x="1884205" y="0"/>
                  </a:lnTo>
                  <a:cubicBezTo>
                    <a:pt x="1908184" y="0"/>
                    <a:pt x="1927623" y="19439"/>
                    <a:pt x="1927623" y="43418"/>
                  </a:cubicBezTo>
                  <a:lnTo>
                    <a:pt x="1927623" y="347870"/>
                  </a:lnTo>
                  <a:cubicBezTo>
                    <a:pt x="1927623" y="359385"/>
                    <a:pt x="1923049" y="370428"/>
                    <a:pt x="1914906" y="378571"/>
                  </a:cubicBezTo>
                  <a:cubicBezTo>
                    <a:pt x="1906764" y="386713"/>
                    <a:pt x="1895720" y="391287"/>
                    <a:pt x="1884205" y="391287"/>
                  </a:cubicBezTo>
                  <a:lnTo>
                    <a:pt x="43418" y="391287"/>
                  </a:lnTo>
                  <a:cubicBezTo>
                    <a:pt x="31903" y="391287"/>
                    <a:pt x="20859" y="386713"/>
                    <a:pt x="12717" y="378571"/>
                  </a:cubicBezTo>
                  <a:cubicBezTo>
                    <a:pt x="4574" y="370428"/>
                    <a:pt x="0" y="359385"/>
                    <a:pt x="0" y="347870"/>
                  </a:cubicBezTo>
                  <a:lnTo>
                    <a:pt x="0" y="43418"/>
                  </a:lnTo>
                  <a:cubicBezTo>
                    <a:pt x="0" y="19439"/>
                    <a:pt x="19439" y="0"/>
                    <a:pt x="43418" y="0"/>
                  </a:cubicBezTo>
                  <a:close/>
                </a:path>
              </a:pathLst>
            </a:custGeom>
            <a:ln w="47625" cap="rnd">
              <a:solidFill>
                <a:srgbClr val="FFFEF2"/>
              </a:solidFill>
              <a:prstDash val="solid"/>
              <a:round/>
            </a:ln>
          </p:spPr>
        </p:sp>
        <p:sp>
          <p:nvSpPr>
            <p:cNvPr name="TextBox 15" id="15"/>
            <p:cNvSpPr txBox="true"/>
            <p:nvPr/>
          </p:nvSpPr>
          <p:spPr>
            <a:xfrm>
              <a:off x="0" y="0"/>
              <a:ext cx="1927623" cy="391287"/>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8113851" y="3581810"/>
            <a:ext cx="6775855" cy="1262520"/>
            <a:chOff x="0" y="0"/>
            <a:chExt cx="1927623" cy="359167"/>
          </a:xfrm>
        </p:grpSpPr>
        <p:sp>
          <p:nvSpPr>
            <p:cNvPr name="Freeform 17" id="17"/>
            <p:cNvSpPr/>
            <p:nvPr/>
          </p:nvSpPr>
          <p:spPr>
            <a:xfrm flipH="false" flipV="false" rot="0">
              <a:off x="0" y="0"/>
              <a:ext cx="1927623" cy="359167"/>
            </a:xfrm>
            <a:custGeom>
              <a:avLst/>
              <a:gdLst/>
              <a:ahLst/>
              <a:cxnLst/>
              <a:rect r="r" b="b" t="t" l="l"/>
              <a:pathLst>
                <a:path h="359167" w="1927623">
                  <a:moveTo>
                    <a:pt x="43418" y="0"/>
                  </a:moveTo>
                  <a:lnTo>
                    <a:pt x="1884205" y="0"/>
                  </a:lnTo>
                  <a:cubicBezTo>
                    <a:pt x="1908184" y="0"/>
                    <a:pt x="1927623" y="19439"/>
                    <a:pt x="1927623" y="43418"/>
                  </a:cubicBezTo>
                  <a:lnTo>
                    <a:pt x="1927623" y="315749"/>
                  </a:lnTo>
                  <a:cubicBezTo>
                    <a:pt x="1927623" y="327264"/>
                    <a:pt x="1923049" y="338308"/>
                    <a:pt x="1914906" y="346450"/>
                  </a:cubicBezTo>
                  <a:cubicBezTo>
                    <a:pt x="1906764" y="354593"/>
                    <a:pt x="1895720" y="359167"/>
                    <a:pt x="1884205" y="359167"/>
                  </a:cubicBezTo>
                  <a:lnTo>
                    <a:pt x="43418" y="359167"/>
                  </a:lnTo>
                  <a:cubicBezTo>
                    <a:pt x="19439" y="359167"/>
                    <a:pt x="0" y="339728"/>
                    <a:pt x="0" y="315749"/>
                  </a:cubicBezTo>
                  <a:lnTo>
                    <a:pt x="0" y="43418"/>
                  </a:lnTo>
                  <a:cubicBezTo>
                    <a:pt x="0" y="19439"/>
                    <a:pt x="19439" y="0"/>
                    <a:pt x="43418" y="0"/>
                  </a:cubicBezTo>
                  <a:close/>
                </a:path>
              </a:pathLst>
            </a:custGeom>
            <a:ln w="47625" cap="rnd">
              <a:solidFill>
                <a:srgbClr val="FFFEF2"/>
              </a:solidFill>
              <a:prstDash val="solid"/>
              <a:round/>
            </a:ln>
          </p:spPr>
        </p:sp>
        <p:sp>
          <p:nvSpPr>
            <p:cNvPr name="TextBox 18" id="18"/>
            <p:cNvSpPr txBox="true"/>
            <p:nvPr/>
          </p:nvSpPr>
          <p:spPr>
            <a:xfrm>
              <a:off x="0" y="0"/>
              <a:ext cx="1927623" cy="359167"/>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8113851" y="5107924"/>
            <a:ext cx="6775855" cy="1262520"/>
            <a:chOff x="0" y="0"/>
            <a:chExt cx="1927623" cy="359167"/>
          </a:xfrm>
        </p:grpSpPr>
        <p:sp>
          <p:nvSpPr>
            <p:cNvPr name="Freeform 20" id="20"/>
            <p:cNvSpPr/>
            <p:nvPr/>
          </p:nvSpPr>
          <p:spPr>
            <a:xfrm flipH="false" flipV="false" rot="0">
              <a:off x="0" y="0"/>
              <a:ext cx="1927623" cy="359167"/>
            </a:xfrm>
            <a:custGeom>
              <a:avLst/>
              <a:gdLst/>
              <a:ahLst/>
              <a:cxnLst/>
              <a:rect r="r" b="b" t="t" l="l"/>
              <a:pathLst>
                <a:path h="359167" w="1927623">
                  <a:moveTo>
                    <a:pt x="43418" y="0"/>
                  </a:moveTo>
                  <a:lnTo>
                    <a:pt x="1884205" y="0"/>
                  </a:lnTo>
                  <a:cubicBezTo>
                    <a:pt x="1908184" y="0"/>
                    <a:pt x="1927623" y="19439"/>
                    <a:pt x="1927623" y="43418"/>
                  </a:cubicBezTo>
                  <a:lnTo>
                    <a:pt x="1927623" y="315749"/>
                  </a:lnTo>
                  <a:cubicBezTo>
                    <a:pt x="1927623" y="327264"/>
                    <a:pt x="1923049" y="338308"/>
                    <a:pt x="1914906" y="346450"/>
                  </a:cubicBezTo>
                  <a:cubicBezTo>
                    <a:pt x="1906764" y="354593"/>
                    <a:pt x="1895720" y="359167"/>
                    <a:pt x="1884205" y="359167"/>
                  </a:cubicBezTo>
                  <a:lnTo>
                    <a:pt x="43418" y="359167"/>
                  </a:lnTo>
                  <a:cubicBezTo>
                    <a:pt x="19439" y="359167"/>
                    <a:pt x="0" y="339728"/>
                    <a:pt x="0" y="315749"/>
                  </a:cubicBezTo>
                  <a:lnTo>
                    <a:pt x="0" y="43418"/>
                  </a:lnTo>
                  <a:cubicBezTo>
                    <a:pt x="0" y="19439"/>
                    <a:pt x="19439" y="0"/>
                    <a:pt x="43418" y="0"/>
                  </a:cubicBezTo>
                  <a:close/>
                </a:path>
              </a:pathLst>
            </a:custGeom>
            <a:ln w="47625" cap="rnd">
              <a:solidFill>
                <a:srgbClr val="FFFEF2"/>
              </a:solidFill>
              <a:prstDash val="solid"/>
              <a:round/>
            </a:ln>
          </p:spPr>
        </p:sp>
        <p:sp>
          <p:nvSpPr>
            <p:cNvPr name="TextBox 21" id="21"/>
            <p:cNvSpPr txBox="true"/>
            <p:nvPr/>
          </p:nvSpPr>
          <p:spPr>
            <a:xfrm>
              <a:off x="0" y="0"/>
              <a:ext cx="1927623" cy="359167"/>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775076" y="1814236"/>
            <a:ext cx="8971622" cy="1069976"/>
          </a:xfrm>
          <a:prstGeom prst="rect">
            <a:avLst/>
          </a:prstGeom>
        </p:spPr>
        <p:txBody>
          <a:bodyPr anchor="t" rtlCol="false" tIns="0" lIns="0" bIns="0" rIns="0">
            <a:spAutoFit/>
          </a:bodyPr>
          <a:lstStyle/>
          <a:p>
            <a:pPr algn="l">
              <a:lnSpc>
                <a:spcPts val="8000"/>
              </a:lnSpc>
            </a:pPr>
            <a:r>
              <a:rPr lang="en-US" sz="8000" spc="-240" b="true">
                <a:solidFill>
                  <a:srgbClr val="48817B"/>
                </a:solidFill>
                <a:latin typeface="Roca Two Bold"/>
                <a:ea typeface="Roca Two Bold"/>
                <a:cs typeface="Roca Two Bold"/>
                <a:sym typeface="Roca Two Bold"/>
              </a:rPr>
              <a:t>5 Permasalahan</a:t>
            </a:r>
          </a:p>
        </p:txBody>
      </p:sp>
      <p:sp>
        <p:nvSpPr>
          <p:cNvPr name="TextBox 23" id="23"/>
          <p:cNvSpPr txBox="true"/>
          <p:nvPr/>
        </p:nvSpPr>
        <p:spPr>
          <a:xfrm rot="0">
            <a:off x="1247230" y="3923886"/>
            <a:ext cx="6236957" cy="578368"/>
          </a:xfrm>
          <a:prstGeom prst="rect">
            <a:avLst/>
          </a:prstGeom>
        </p:spPr>
        <p:txBody>
          <a:bodyPr anchor="t" rtlCol="false" tIns="0" lIns="0" bIns="0" rIns="0">
            <a:spAutoFit/>
          </a:bodyPr>
          <a:lstStyle/>
          <a:p>
            <a:pPr algn="just">
              <a:lnSpc>
                <a:spcPts val="2244"/>
              </a:lnSpc>
            </a:pPr>
            <a:r>
              <a:rPr lang="en-US" b="true" sz="2040" spc="-61">
                <a:solidFill>
                  <a:srgbClr val="FFFEF2"/>
                </a:solidFill>
                <a:latin typeface="Poppins Bold"/>
                <a:ea typeface="Poppins Bold"/>
                <a:cs typeface="Poppins Bold"/>
                <a:sym typeface="Poppins Bold"/>
              </a:rPr>
              <a:t>1.</a:t>
            </a:r>
            <a:r>
              <a:rPr lang="en-US" sz="2040" spc="-61">
                <a:solidFill>
                  <a:srgbClr val="FFFEF2"/>
                </a:solidFill>
                <a:latin typeface="Poppins"/>
                <a:ea typeface="Poppins"/>
                <a:cs typeface="Poppins"/>
                <a:sym typeface="Poppins"/>
              </a:rPr>
              <a:t> Anak d</a:t>
            </a:r>
            <a:r>
              <a:rPr lang="en-US" sz="2040" spc="-61">
                <a:solidFill>
                  <a:srgbClr val="FFFEF2"/>
                </a:solidFill>
                <a:latin typeface="Poppins"/>
                <a:ea typeface="Poppins"/>
                <a:cs typeface="Poppins"/>
                <a:sym typeface="Poppins"/>
              </a:rPr>
              <a:t>engan autisme bisa mengalami kesulitan mengungkapkan rasa sakit secara verbal.</a:t>
            </a:r>
          </a:p>
        </p:txBody>
      </p:sp>
      <p:sp>
        <p:nvSpPr>
          <p:cNvPr name="TextBox 24" id="24"/>
          <p:cNvSpPr txBox="true"/>
          <p:nvPr/>
        </p:nvSpPr>
        <p:spPr>
          <a:xfrm rot="0">
            <a:off x="1247230" y="5355396"/>
            <a:ext cx="6236957" cy="578368"/>
          </a:xfrm>
          <a:prstGeom prst="rect">
            <a:avLst/>
          </a:prstGeom>
        </p:spPr>
        <p:txBody>
          <a:bodyPr anchor="t" rtlCol="false" tIns="0" lIns="0" bIns="0" rIns="0">
            <a:spAutoFit/>
          </a:bodyPr>
          <a:lstStyle/>
          <a:p>
            <a:pPr algn="just">
              <a:lnSpc>
                <a:spcPts val="2244"/>
              </a:lnSpc>
            </a:pPr>
            <a:r>
              <a:rPr lang="en-US" b="true" sz="2040" spc="-61">
                <a:solidFill>
                  <a:srgbClr val="FFFEF2"/>
                </a:solidFill>
                <a:latin typeface="Poppins Bold"/>
                <a:ea typeface="Poppins Bold"/>
                <a:cs typeface="Poppins Bold"/>
                <a:sym typeface="Poppins Bold"/>
              </a:rPr>
              <a:t>2.</a:t>
            </a:r>
            <a:r>
              <a:rPr lang="en-US" sz="2040" spc="-61">
                <a:solidFill>
                  <a:srgbClr val="FFFEF2"/>
                </a:solidFill>
                <a:latin typeface="Poppins"/>
                <a:ea typeface="Poppins"/>
                <a:cs typeface="Poppins"/>
                <a:sym typeface="Poppins"/>
              </a:rPr>
              <a:t> Anak di antr</a:t>
            </a:r>
            <a:r>
              <a:rPr lang="en-US" sz="2040" spc="-61">
                <a:solidFill>
                  <a:srgbClr val="FFFEF2"/>
                </a:solidFill>
                <a:latin typeface="Poppins"/>
                <a:ea typeface="Poppins"/>
                <a:cs typeface="Poppins"/>
                <a:sym typeface="Poppins"/>
              </a:rPr>
              <a:t>ean makin histeris setelah melihat teman keluar ruang suntik sambil menangis.</a:t>
            </a:r>
          </a:p>
        </p:txBody>
      </p:sp>
      <p:sp>
        <p:nvSpPr>
          <p:cNvPr name="TextBox 25" id="25"/>
          <p:cNvSpPr txBox="true"/>
          <p:nvPr/>
        </p:nvSpPr>
        <p:spPr>
          <a:xfrm rot="0">
            <a:off x="1247230" y="6565961"/>
            <a:ext cx="6236957" cy="1130818"/>
          </a:xfrm>
          <a:prstGeom prst="rect">
            <a:avLst/>
          </a:prstGeom>
        </p:spPr>
        <p:txBody>
          <a:bodyPr anchor="t" rtlCol="false" tIns="0" lIns="0" bIns="0" rIns="0">
            <a:spAutoFit/>
          </a:bodyPr>
          <a:lstStyle/>
          <a:p>
            <a:pPr algn="just">
              <a:lnSpc>
                <a:spcPts val="2244"/>
              </a:lnSpc>
            </a:pPr>
            <a:r>
              <a:rPr lang="en-US" b="true" sz="2040" spc="-61">
                <a:solidFill>
                  <a:srgbClr val="FFFEF2"/>
                </a:solidFill>
                <a:latin typeface="Poppins Bold"/>
                <a:ea typeface="Poppins Bold"/>
                <a:cs typeface="Poppins Bold"/>
                <a:sym typeface="Poppins Bold"/>
              </a:rPr>
              <a:t>3.</a:t>
            </a:r>
            <a:r>
              <a:rPr lang="en-US" sz="2040" spc="-61">
                <a:solidFill>
                  <a:srgbClr val="FFFEF2"/>
                </a:solidFill>
                <a:latin typeface="Poppins"/>
                <a:ea typeface="Poppins"/>
                <a:cs typeface="Poppins"/>
                <a:sym typeface="Poppins"/>
              </a:rPr>
              <a:t> Mahasiswa keperawatan m</a:t>
            </a:r>
            <a:r>
              <a:rPr lang="en-US" sz="2040" spc="-61">
                <a:solidFill>
                  <a:srgbClr val="FFFEF2"/>
                </a:solidFill>
                <a:latin typeface="Poppins"/>
                <a:ea typeface="Poppins"/>
                <a:cs typeface="Poppins"/>
                <a:sym typeface="Poppins"/>
              </a:rPr>
              <a:t>emiliki tuntutan akademik yang cukup padat sehingga dapat mengalami gangguan kualitas tidur dan kantuk berlebihan pada siang hari. </a:t>
            </a:r>
          </a:p>
        </p:txBody>
      </p:sp>
      <p:sp>
        <p:nvSpPr>
          <p:cNvPr name="TextBox 26" id="26"/>
          <p:cNvSpPr txBox="true"/>
          <p:nvPr/>
        </p:nvSpPr>
        <p:spPr>
          <a:xfrm rot="0">
            <a:off x="8383299" y="3785773"/>
            <a:ext cx="6236957" cy="854593"/>
          </a:xfrm>
          <a:prstGeom prst="rect">
            <a:avLst/>
          </a:prstGeom>
        </p:spPr>
        <p:txBody>
          <a:bodyPr anchor="t" rtlCol="false" tIns="0" lIns="0" bIns="0" rIns="0">
            <a:spAutoFit/>
          </a:bodyPr>
          <a:lstStyle/>
          <a:p>
            <a:pPr algn="just">
              <a:lnSpc>
                <a:spcPts val="2244"/>
              </a:lnSpc>
            </a:pPr>
            <a:r>
              <a:rPr lang="en-US" b="true" sz="2040" spc="-61">
                <a:solidFill>
                  <a:srgbClr val="FFFEF2"/>
                </a:solidFill>
                <a:latin typeface="Poppins Bold"/>
                <a:ea typeface="Poppins Bold"/>
                <a:cs typeface="Poppins Bold"/>
                <a:sym typeface="Poppins Bold"/>
              </a:rPr>
              <a:t>4.</a:t>
            </a:r>
            <a:r>
              <a:rPr lang="en-US" sz="2040" spc="-61">
                <a:solidFill>
                  <a:srgbClr val="FFFEF2"/>
                </a:solidFill>
                <a:latin typeface="Poppins"/>
                <a:ea typeface="Poppins"/>
                <a:cs typeface="Poppins"/>
                <a:sym typeface="Poppins"/>
              </a:rPr>
              <a:t> Pengaruh Terapi Musik d</a:t>
            </a:r>
            <a:r>
              <a:rPr lang="en-US" sz="2040" spc="-61">
                <a:solidFill>
                  <a:srgbClr val="FFFEF2"/>
                </a:solidFill>
                <a:latin typeface="Poppins"/>
                <a:ea typeface="Poppins"/>
                <a:cs typeface="Poppins"/>
                <a:sym typeface="Poppins"/>
              </a:rPr>
              <a:t>an Aromaterapi terhadap Kualitas Tidur dan Penurunan Tekanan Darah pada Pasien Hipertensi</a:t>
            </a:r>
          </a:p>
        </p:txBody>
      </p:sp>
      <p:sp>
        <p:nvSpPr>
          <p:cNvPr name="TextBox 27" id="27"/>
          <p:cNvSpPr txBox="true"/>
          <p:nvPr/>
        </p:nvSpPr>
        <p:spPr>
          <a:xfrm rot="0">
            <a:off x="8408390" y="5308953"/>
            <a:ext cx="6236957" cy="854593"/>
          </a:xfrm>
          <a:prstGeom prst="rect">
            <a:avLst/>
          </a:prstGeom>
        </p:spPr>
        <p:txBody>
          <a:bodyPr anchor="t" rtlCol="false" tIns="0" lIns="0" bIns="0" rIns="0">
            <a:spAutoFit/>
          </a:bodyPr>
          <a:lstStyle/>
          <a:p>
            <a:pPr algn="just">
              <a:lnSpc>
                <a:spcPts val="2244"/>
              </a:lnSpc>
            </a:pPr>
            <a:r>
              <a:rPr lang="en-US" b="true" sz="2040" spc="-61">
                <a:solidFill>
                  <a:srgbClr val="FFFEF2"/>
                </a:solidFill>
                <a:latin typeface="Poppins Bold"/>
                <a:ea typeface="Poppins Bold"/>
                <a:cs typeface="Poppins Bold"/>
                <a:sym typeface="Poppins Bold"/>
              </a:rPr>
              <a:t>5.</a:t>
            </a:r>
            <a:r>
              <a:rPr lang="en-US" sz="2040" spc="-61">
                <a:solidFill>
                  <a:srgbClr val="FFFEF2"/>
                </a:solidFill>
                <a:latin typeface="Poppins"/>
                <a:ea typeface="Poppins"/>
                <a:cs typeface="Poppins"/>
                <a:sym typeface="Poppins"/>
              </a:rPr>
              <a:t> Hambat</a:t>
            </a:r>
            <a:r>
              <a:rPr lang="en-US" sz="2040" spc="-61">
                <a:solidFill>
                  <a:srgbClr val="FFFEF2"/>
                </a:solidFill>
                <a:latin typeface="Poppins"/>
                <a:ea typeface="Poppins"/>
                <a:cs typeface="Poppins"/>
                <a:sym typeface="Poppins"/>
              </a:rPr>
              <a:t>an Korban Kekerasan Seksual dalam Mengungkapkan Pengalaman kepada Tenaga Kesehatan.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sp>
        <p:nvSpPr>
          <p:cNvPr name="Freeform 2" id="2"/>
          <p:cNvSpPr/>
          <p:nvPr/>
        </p:nvSpPr>
        <p:spPr>
          <a:xfrm flipH="false" flipV="false" rot="0">
            <a:off x="12142631" y="1909643"/>
            <a:ext cx="4231338" cy="4645181"/>
          </a:xfrm>
          <a:custGeom>
            <a:avLst/>
            <a:gdLst/>
            <a:ahLst/>
            <a:cxnLst/>
            <a:rect r="r" b="b" t="t" l="l"/>
            <a:pathLst>
              <a:path h="4645181" w="4231338">
                <a:moveTo>
                  <a:pt x="0" y="0"/>
                </a:moveTo>
                <a:lnTo>
                  <a:pt x="4231338" y="0"/>
                </a:lnTo>
                <a:lnTo>
                  <a:pt x="4231338" y="4645181"/>
                </a:lnTo>
                <a:lnTo>
                  <a:pt x="0" y="4645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845091" y="7359553"/>
            <a:ext cx="5333277" cy="5854895"/>
          </a:xfrm>
          <a:custGeom>
            <a:avLst/>
            <a:gdLst/>
            <a:ahLst/>
            <a:cxnLst/>
            <a:rect r="r" b="b" t="t" l="l"/>
            <a:pathLst>
              <a:path h="5854895" w="5333277">
                <a:moveTo>
                  <a:pt x="0" y="5854894"/>
                </a:moveTo>
                <a:lnTo>
                  <a:pt x="5333277" y="5854894"/>
                </a:lnTo>
                <a:lnTo>
                  <a:pt x="5333277" y="0"/>
                </a:lnTo>
                <a:lnTo>
                  <a:pt x="0" y="0"/>
                </a:lnTo>
                <a:lnTo>
                  <a:pt x="0" y="5854894"/>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3696724" y="4085246"/>
            <a:ext cx="4591276" cy="4624210"/>
            <a:chOff x="0" y="0"/>
            <a:chExt cx="812800" cy="818630"/>
          </a:xfrm>
        </p:grpSpPr>
        <p:sp>
          <p:nvSpPr>
            <p:cNvPr name="Freeform 5" id="5"/>
            <p:cNvSpPr/>
            <p:nvPr/>
          </p:nvSpPr>
          <p:spPr>
            <a:xfrm flipH="false" flipV="false" rot="0">
              <a:off x="0" y="0"/>
              <a:ext cx="812800" cy="818630"/>
            </a:xfrm>
            <a:custGeom>
              <a:avLst/>
              <a:gdLst/>
              <a:ahLst/>
              <a:cxnLst/>
              <a:rect r="r" b="b" t="t" l="l"/>
              <a:pathLst>
                <a:path h="818630" w="812800">
                  <a:moveTo>
                    <a:pt x="168622" y="0"/>
                  </a:moveTo>
                  <a:lnTo>
                    <a:pt x="644178" y="0"/>
                  </a:lnTo>
                  <a:cubicBezTo>
                    <a:pt x="688899" y="0"/>
                    <a:pt x="731789" y="17766"/>
                    <a:pt x="763412" y="49388"/>
                  </a:cubicBezTo>
                  <a:cubicBezTo>
                    <a:pt x="795034" y="81011"/>
                    <a:pt x="812800" y="123901"/>
                    <a:pt x="812800" y="168622"/>
                  </a:cubicBezTo>
                  <a:lnTo>
                    <a:pt x="812800" y="650008"/>
                  </a:lnTo>
                  <a:cubicBezTo>
                    <a:pt x="812800" y="694729"/>
                    <a:pt x="795034" y="737619"/>
                    <a:pt x="763412" y="769242"/>
                  </a:cubicBezTo>
                  <a:cubicBezTo>
                    <a:pt x="731789" y="800865"/>
                    <a:pt x="688899" y="818630"/>
                    <a:pt x="644178" y="818630"/>
                  </a:cubicBezTo>
                  <a:lnTo>
                    <a:pt x="168622" y="818630"/>
                  </a:lnTo>
                  <a:cubicBezTo>
                    <a:pt x="123901" y="818630"/>
                    <a:pt x="81011" y="800865"/>
                    <a:pt x="49388" y="769242"/>
                  </a:cubicBezTo>
                  <a:cubicBezTo>
                    <a:pt x="17766" y="737619"/>
                    <a:pt x="0" y="694729"/>
                    <a:pt x="0" y="650008"/>
                  </a:cubicBezTo>
                  <a:lnTo>
                    <a:pt x="0" y="168622"/>
                  </a:lnTo>
                  <a:cubicBezTo>
                    <a:pt x="0" y="123901"/>
                    <a:pt x="17766" y="81011"/>
                    <a:pt x="49388" y="49388"/>
                  </a:cubicBezTo>
                  <a:cubicBezTo>
                    <a:pt x="81011" y="17766"/>
                    <a:pt x="123901" y="0"/>
                    <a:pt x="168622" y="0"/>
                  </a:cubicBezTo>
                  <a:close/>
                </a:path>
              </a:pathLst>
            </a:custGeom>
            <a:ln w="38100" cap="rnd">
              <a:solidFill>
                <a:srgbClr val="FFFEF2"/>
              </a:solidFill>
              <a:prstDash val="solid"/>
              <a:round/>
            </a:ln>
          </p:spPr>
        </p:sp>
        <p:sp>
          <p:nvSpPr>
            <p:cNvPr name="TextBox 6" id="6"/>
            <p:cNvSpPr txBox="true"/>
            <p:nvPr/>
          </p:nvSpPr>
          <p:spPr>
            <a:xfrm>
              <a:off x="0" y="0"/>
              <a:ext cx="812800" cy="818630"/>
            </a:xfrm>
            <a:prstGeom prst="rect">
              <a:avLst/>
            </a:prstGeom>
          </p:spPr>
          <p:txBody>
            <a:bodyPr anchor="ctr" rtlCol="false" tIns="50800" lIns="50800" bIns="50800" rIns="50800"/>
            <a:lstStyle/>
            <a:p>
              <a:pPr algn="ctr">
                <a:lnSpc>
                  <a:spcPts val="2640"/>
                </a:lnSpc>
              </a:pPr>
            </a:p>
          </p:txBody>
        </p:sp>
      </p:grpSp>
      <p:sp>
        <p:nvSpPr>
          <p:cNvPr name="TextBox 7" id="7"/>
          <p:cNvSpPr txBox="true"/>
          <p:nvPr/>
        </p:nvSpPr>
        <p:spPr>
          <a:xfrm rot="0">
            <a:off x="3354021" y="869779"/>
            <a:ext cx="11579958" cy="928221"/>
          </a:xfrm>
          <a:prstGeom prst="rect">
            <a:avLst/>
          </a:prstGeom>
        </p:spPr>
        <p:txBody>
          <a:bodyPr anchor="t" rtlCol="false" tIns="0" lIns="0" bIns="0" rIns="0">
            <a:spAutoFit/>
          </a:bodyPr>
          <a:lstStyle/>
          <a:p>
            <a:pPr algn="l">
              <a:lnSpc>
                <a:spcPts val="6939"/>
              </a:lnSpc>
            </a:pPr>
            <a:r>
              <a:rPr lang="en-US" sz="6939" spc="-208" b="true">
                <a:solidFill>
                  <a:srgbClr val="48817B"/>
                </a:solidFill>
                <a:latin typeface="Roca Two Bold"/>
                <a:ea typeface="Roca Two Bold"/>
                <a:cs typeface="Roca Two Bold"/>
                <a:sym typeface="Roca Two Bold"/>
              </a:rPr>
              <a:t>ALASAN PEMILIHAN JUDUL</a:t>
            </a:r>
          </a:p>
        </p:txBody>
      </p:sp>
      <p:sp>
        <p:nvSpPr>
          <p:cNvPr name="TextBox 8" id="8"/>
          <p:cNvSpPr txBox="true"/>
          <p:nvPr/>
        </p:nvSpPr>
        <p:spPr>
          <a:xfrm rot="0">
            <a:off x="1028700" y="2190548"/>
            <a:ext cx="10489785" cy="7258812"/>
          </a:xfrm>
          <a:prstGeom prst="rect">
            <a:avLst/>
          </a:prstGeom>
        </p:spPr>
        <p:txBody>
          <a:bodyPr anchor="t" rtlCol="false" tIns="0" lIns="0" bIns="0" rIns="0">
            <a:spAutoFit/>
          </a:bodyPr>
          <a:lstStyle/>
          <a:p>
            <a:pPr algn="just">
              <a:lnSpc>
                <a:spcPts val="3024"/>
              </a:lnSpc>
            </a:pPr>
            <a:r>
              <a:rPr lang="en-US" sz="2400" spc="-72">
                <a:solidFill>
                  <a:srgbClr val="562B1E"/>
                </a:solidFill>
                <a:latin typeface="Poppins"/>
                <a:ea typeface="Poppins"/>
                <a:cs typeface="Poppins"/>
                <a:sym typeface="Poppins"/>
              </a:rPr>
              <a:t>Kami memilih topik </a:t>
            </a:r>
            <a:r>
              <a:rPr lang="en-US" b="true" sz="2400" spc="-72">
                <a:solidFill>
                  <a:srgbClr val="562B1E"/>
                </a:solidFill>
                <a:latin typeface="Poppins Bold"/>
                <a:ea typeface="Poppins Bold"/>
                <a:cs typeface="Poppins Bold"/>
                <a:sym typeface="Poppins Bold"/>
              </a:rPr>
              <a:t>“Anak dengan Autisme Bisa Mengalami Kesulitan Mengungkapkan Rasa Sakit Secara Verbal”</a:t>
            </a:r>
            <a:r>
              <a:rPr lang="en-US" sz="2400" spc="-72">
                <a:solidFill>
                  <a:srgbClr val="562B1E"/>
                </a:solidFill>
                <a:latin typeface="Poppins"/>
                <a:ea typeface="Poppins"/>
                <a:cs typeface="Poppins"/>
                <a:sym typeface="Poppins"/>
              </a:rPr>
              <a:t> karena anak dengan Autism Spectrum Disorder (ASD) dapat mengalami hambatan dalam berkomunikasi dan menyampaikan apa yang sedang mereka rasakan, termasuk ketika mengalami rasa sakit. Kondisi ini dapat membuat rasa sakit yang dialami anak sulit diketahui secara langsung oleh orang tua maupun tenaga kesehatan.</a:t>
            </a:r>
          </a:p>
          <a:p>
            <a:pPr algn="just">
              <a:lnSpc>
                <a:spcPts val="3024"/>
              </a:lnSpc>
            </a:pPr>
          </a:p>
          <a:p>
            <a:pPr algn="just">
              <a:lnSpc>
                <a:spcPts val="3024"/>
              </a:lnSpc>
            </a:pPr>
            <a:r>
              <a:rPr lang="en-US" sz="2400" spc="-72">
                <a:solidFill>
                  <a:srgbClr val="562B1E"/>
                </a:solidFill>
                <a:latin typeface="Poppins"/>
                <a:ea typeface="Poppins"/>
                <a:cs typeface="Poppins"/>
                <a:sym typeface="Poppins"/>
              </a:rPr>
              <a:t>Bagi perawat, hal tersebut menjadi tantangan dalam melakukan pengkajian nyeri karena anak mungkin tidak mampu menjelaskan lokasi, tingkat, atau jenis rasa sakit yang dirasakan. Oleh karena itu, kelompok kami tertarik memilih topik ini untuk memahami bagaimana perawat dapat mengenali tanda-tanda nyeri melalui perubahan perilaku, ekspresi, maupun respons anak, serta menentukan tindakan keperawatan yang tepat.</a:t>
            </a:r>
          </a:p>
          <a:p>
            <a:pPr algn="just">
              <a:lnSpc>
                <a:spcPts val="3024"/>
              </a:lnSpc>
            </a:pPr>
          </a:p>
          <a:p>
            <a:pPr algn="just">
              <a:lnSpc>
                <a:spcPts val="3024"/>
              </a:lnSpc>
            </a:pPr>
            <a:r>
              <a:rPr lang="en-US" sz="2400" spc="-72">
                <a:solidFill>
                  <a:srgbClr val="562B1E"/>
                </a:solidFill>
                <a:latin typeface="Poppins"/>
                <a:ea typeface="Poppins"/>
                <a:cs typeface="Poppins"/>
                <a:sym typeface="Poppins"/>
              </a:rPr>
              <a:t>Selain itu, topik ini penting untuk meningkatkan pengetahuan dan kepedulian tenaga kesehatan agar dapat memberikan pelayanan yang lebih tepat, aman, dan sesuai dengan kebutuhan anak dengan autisme. </a:t>
            </a:r>
          </a:p>
        </p:txBody>
      </p:sp>
      <p:sp>
        <p:nvSpPr>
          <p:cNvPr name="Freeform 9" id="9"/>
          <p:cNvSpPr/>
          <p:nvPr/>
        </p:nvSpPr>
        <p:spPr>
          <a:xfrm flipH="false" flipV="false" rot="0">
            <a:off x="12242503" y="3908401"/>
            <a:ext cx="6045497" cy="5707957"/>
          </a:xfrm>
          <a:custGeom>
            <a:avLst/>
            <a:gdLst/>
            <a:ahLst/>
            <a:cxnLst/>
            <a:rect r="r" b="b" t="t" l="l"/>
            <a:pathLst>
              <a:path h="5707957" w="6045497">
                <a:moveTo>
                  <a:pt x="0" y="0"/>
                </a:moveTo>
                <a:lnTo>
                  <a:pt x="6045497" y="0"/>
                </a:lnTo>
                <a:lnTo>
                  <a:pt x="6045497" y="5707957"/>
                </a:lnTo>
                <a:lnTo>
                  <a:pt x="0" y="57079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grpSp>
        <p:nvGrpSpPr>
          <p:cNvPr name="Group 2" id="2"/>
          <p:cNvGrpSpPr/>
          <p:nvPr/>
        </p:nvGrpSpPr>
        <p:grpSpPr>
          <a:xfrm rot="0">
            <a:off x="1690755" y="4503019"/>
            <a:ext cx="8426797" cy="1914391"/>
            <a:chOff x="0" y="0"/>
            <a:chExt cx="2059758" cy="467934"/>
          </a:xfrm>
        </p:grpSpPr>
        <p:sp>
          <p:nvSpPr>
            <p:cNvPr name="Freeform 3" id="3"/>
            <p:cNvSpPr/>
            <p:nvPr/>
          </p:nvSpPr>
          <p:spPr>
            <a:xfrm flipH="false" flipV="false" rot="0">
              <a:off x="0" y="0"/>
              <a:ext cx="2059758" cy="467934"/>
            </a:xfrm>
            <a:custGeom>
              <a:avLst/>
              <a:gdLst/>
              <a:ahLst/>
              <a:cxnLst/>
              <a:rect r="r" b="b" t="t" l="l"/>
              <a:pathLst>
                <a:path h="467934" w="2059758">
                  <a:moveTo>
                    <a:pt x="51449" y="0"/>
                  </a:moveTo>
                  <a:lnTo>
                    <a:pt x="2008310" y="0"/>
                  </a:lnTo>
                  <a:cubicBezTo>
                    <a:pt x="2036724" y="0"/>
                    <a:pt x="2059758" y="23034"/>
                    <a:pt x="2059758" y="51449"/>
                  </a:cubicBezTo>
                  <a:lnTo>
                    <a:pt x="2059758" y="416485"/>
                  </a:lnTo>
                  <a:cubicBezTo>
                    <a:pt x="2059758" y="430130"/>
                    <a:pt x="2054338" y="443216"/>
                    <a:pt x="2044689" y="452865"/>
                  </a:cubicBezTo>
                  <a:cubicBezTo>
                    <a:pt x="2035041" y="462513"/>
                    <a:pt x="2021955" y="467934"/>
                    <a:pt x="2008310" y="467934"/>
                  </a:cubicBezTo>
                  <a:lnTo>
                    <a:pt x="51449" y="467934"/>
                  </a:lnTo>
                  <a:cubicBezTo>
                    <a:pt x="23034" y="467934"/>
                    <a:pt x="0" y="444899"/>
                    <a:pt x="0" y="416485"/>
                  </a:cubicBezTo>
                  <a:lnTo>
                    <a:pt x="0" y="51449"/>
                  </a:lnTo>
                  <a:cubicBezTo>
                    <a:pt x="0" y="23034"/>
                    <a:pt x="23034" y="0"/>
                    <a:pt x="51449" y="0"/>
                  </a:cubicBezTo>
                  <a:close/>
                </a:path>
              </a:pathLst>
            </a:custGeom>
            <a:solidFill>
              <a:srgbClr val="48817B"/>
            </a:solidFill>
          </p:spPr>
        </p:sp>
        <p:sp>
          <p:nvSpPr>
            <p:cNvPr name="TextBox 4" id="4"/>
            <p:cNvSpPr txBox="true"/>
            <p:nvPr/>
          </p:nvSpPr>
          <p:spPr>
            <a:xfrm>
              <a:off x="0" y="0"/>
              <a:ext cx="2059758" cy="467934"/>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1891626" y="4703891"/>
            <a:ext cx="1512124" cy="151212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204796" y="0"/>
                  </a:moveTo>
                  <a:lnTo>
                    <a:pt x="608004" y="0"/>
                  </a:lnTo>
                  <a:cubicBezTo>
                    <a:pt x="721110" y="0"/>
                    <a:pt x="812800" y="91690"/>
                    <a:pt x="812800" y="204796"/>
                  </a:cubicBezTo>
                  <a:lnTo>
                    <a:pt x="812800" y="608004"/>
                  </a:lnTo>
                  <a:cubicBezTo>
                    <a:pt x="812800" y="721110"/>
                    <a:pt x="721110" y="812800"/>
                    <a:pt x="608004" y="812800"/>
                  </a:cubicBezTo>
                  <a:lnTo>
                    <a:pt x="204796" y="812800"/>
                  </a:lnTo>
                  <a:cubicBezTo>
                    <a:pt x="91690" y="812800"/>
                    <a:pt x="0" y="721110"/>
                    <a:pt x="0" y="608004"/>
                  </a:cubicBezTo>
                  <a:lnTo>
                    <a:pt x="0" y="204796"/>
                  </a:lnTo>
                  <a:cubicBezTo>
                    <a:pt x="0" y="91690"/>
                    <a:pt x="91690" y="0"/>
                    <a:pt x="204796" y="0"/>
                  </a:cubicBezTo>
                  <a:close/>
                </a:path>
              </a:pathLst>
            </a:custGeom>
            <a:solidFill>
              <a:srgbClr val="FFFEF2"/>
            </a:solidFill>
          </p:spPr>
        </p:sp>
        <p:sp>
          <p:nvSpPr>
            <p:cNvPr name="TextBox 7" id="7"/>
            <p:cNvSpPr txBox="true"/>
            <p:nvPr/>
          </p:nvSpPr>
          <p:spPr>
            <a:xfrm>
              <a:off x="0" y="0"/>
              <a:ext cx="812800" cy="812800"/>
            </a:xfrm>
            <a:prstGeom prst="rect">
              <a:avLst/>
            </a:prstGeom>
          </p:spPr>
          <p:txBody>
            <a:bodyPr anchor="ctr" rtlCol="false" tIns="50800" lIns="50800" bIns="50800" rIns="50800"/>
            <a:lstStyle/>
            <a:p>
              <a:pPr algn="ctr">
                <a:lnSpc>
                  <a:spcPts val="2640"/>
                </a:lnSpc>
              </a:pPr>
            </a:p>
          </p:txBody>
        </p:sp>
      </p:grpSp>
      <p:sp>
        <p:nvSpPr>
          <p:cNvPr name="Freeform 8" id="8"/>
          <p:cNvSpPr/>
          <p:nvPr/>
        </p:nvSpPr>
        <p:spPr>
          <a:xfrm flipH="true" flipV="true" rot="0">
            <a:off x="10481022" y="2331678"/>
            <a:ext cx="9079974" cy="8403103"/>
          </a:xfrm>
          <a:custGeom>
            <a:avLst/>
            <a:gdLst/>
            <a:ahLst/>
            <a:cxnLst/>
            <a:rect r="r" b="b" t="t" l="l"/>
            <a:pathLst>
              <a:path h="8403103" w="9079974">
                <a:moveTo>
                  <a:pt x="9079974" y="8403104"/>
                </a:moveTo>
                <a:lnTo>
                  <a:pt x="0" y="8403104"/>
                </a:lnTo>
                <a:lnTo>
                  <a:pt x="0" y="0"/>
                </a:lnTo>
                <a:lnTo>
                  <a:pt x="9079974" y="0"/>
                </a:lnTo>
                <a:lnTo>
                  <a:pt x="9079974" y="84031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94088" y="879230"/>
            <a:ext cx="14796482" cy="2467615"/>
          </a:xfrm>
          <a:prstGeom prst="rect">
            <a:avLst/>
          </a:prstGeom>
        </p:spPr>
        <p:txBody>
          <a:bodyPr anchor="t" rtlCol="false" tIns="0" lIns="0" bIns="0" rIns="0">
            <a:spAutoFit/>
          </a:bodyPr>
          <a:lstStyle/>
          <a:p>
            <a:pPr algn="ctr">
              <a:lnSpc>
                <a:spcPts val="6400"/>
              </a:lnSpc>
            </a:pPr>
            <a:r>
              <a:rPr lang="en-US" b="true" sz="6400" spc="-192">
                <a:solidFill>
                  <a:srgbClr val="48817B"/>
                </a:solidFill>
                <a:latin typeface="Roca Two Bold"/>
                <a:ea typeface="Roca Two Bold"/>
                <a:cs typeface="Roca Two Bold"/>
                <a:sym typeface="Roca Two Bold"/>
              </a:rPr>
              <a:t>TEMPAT</a:t>
            </a:r>
          </a:p>
          <a:p>
            <a:pPr algn="ctr">
              <a:lnSpc>
                <a:spcPts val="6400"/>
              </a:lnSpc>
            </a:pPr>
            <a:r>
              <a:rPr lang="en-US" b="true" sz="6400" spc="-192">
                <a:solidFill>
                  <a:srgbClr val="48817B"/>
                </a:solidFill>
                <a:latin typeface="Roca Two Bold"/>
                <a:ea typeface="Roca Two Bold"/>
                <a:cs typeface="Roca Two Bold"/>
                <a:sym typeface="Roca Two Bold"/>
              </a:rPr>
              <a:t>&amp;</a:t>
            </a:r>
          </a:p>
          <a:p>
            <a:pPr algn="ctr">
              <a:lnSpc>
                <a:spcPts val="6400"/>
              </a:lnSpc>
            </a:pPr>
            <a:r>
              <a:rPr lang="en-US" b="true" sz="6400" spc="-192">
                <a:solidFill>
                  <a:srgbClr val="48817B"/>
                </a:solidFill>
                <a:latin typeface="Roca Two Bold"/>
                <a:ea typeface="Roca Two Bold"/>
                <a:cs typeface="Roca Two Bold"/>
                <a:sym typeface="Roca Two Bold"/>
              </a:rPr>
              <a:t>OBJEK PENELITIAN</a:t>
            </a:r>
          </a:p>
        </p:txBody>
      </p:sp>
      <p:sp>
        <p:nvSpPr>
          <p:cNvPr name="Freeform 10" id="10"/>
          <p:cNvSpPr/>
          <p:nvPr/>
        </p:nvSpPr>
        <p:spPr>
          <a:xfrm flipH="false" flipV="false" rot="0">
            <a:off x="12256375" y="3227827"/>
            <a:ext cx="5898070" cy="7059173"/>
          </a:xfrm>
          <a:custGeom>
            <a:avLst/>
            <a:gdLst/>
            <a:ahLst/>
            <a:cxnLst/>
            <a:rect r="r" b="b" t="t" l="l"/>
            <a:pathLst>
              <a:path h="7059173" w="5898070">
                <a:moveTo>
                  <a:pt x="0" y="0"/>
                </a:moveTo>
                <a:lnTo>
                  <a:pt x="5898070" y="0"/>
                </a:lnTo>
                <a:lnTo>
                  <a:pt x="5898070" y="7059173"/>
                </a:lnTo>
                <a:lnTo>
                  <a:pt x="0" y="7059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565967">
            <a:off x="-2154888" y="-2403273"/>
            <a:ext cx="5072615" cy="5227713"/>
          </a:xfrm>
          <a:custGeom>
            <a:avLst/>
            <a:gdLst/>
            <a:ahLst/>
            <a:cxnLst/>
            <a:rect r="r" b="b" t="t" l="l"/>
            <a:pathLst>
              <a:path h="5227713" w="5072615">
                <a:moveTo>
                  <a:pt x="0" y="0"/>
                </a:moveTo>
                <a:lnTo>
                  <a:pt x="5072615" y="0"/>
                </a:lnTo>
                <a:lnTo>
                  <a:pt x="5072615" y="5227713"/>
                </a:lnTo>
                <a:lnTo>
                  <a:pt x="0" y="522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690755" y="7065110"/>
            <a:ext cx="8426797" cy="1914391"/>
            <a:chOff x="0" y="0"/>
            <a:chExt cx="2059758" cy="467934"/>
          </a:xfrm>
        </p:grpSpPr>
        <p:sp>
          <p:nvSpPr>
            <p:cNvPr name="Freeform 13" id="13"/>
            <p:cNvSpPr/>
            <p:nvPr/>
          </p:nvSpPr>
          <p:spPr>
            <a:xfrm flipH="false" flipV="false" rot="0">
              <a:off x="0" y="0"/>
              <a:ext cx="2059758" cy="467934"/>
            </a:xfrm>
            <a:custGeom>
              <a:avLst/>
              <a:gdLst/>
              <a:ahLst/>
              <a:cxnLst/>
              <a:rect r="r" b="b" t="t" l="l"/>
              <a:pathLst>
                <a:path h="467934" w="2059758">
                  <a:moveTo>
                    <a:pt x="51449" y="0"/>
                  </a:moveTo>
                  <a:lnTo>
                    <a:pt x="2008310" y="0"/>
                  </a:lnTo>
                  <a:cubicBezTo>
                    <a:pt x="2036724" y="0"/>
                    <a:pt x="2059758" y="23034"/>
                    <a:pt x="2059758" y="51449"/>
                  </a:cubicBezTo>
                  <a:lnTo>
                    <a:pt x="2059758" y="416485"/>
                  </a:lnTo>
                  <a:cubicBezTo>
                    <a:pt x="2059758" y="430130"/>
                    <a:pt x="2054338" y="443216"/>
                    <a:pt x="2044689" y="452865"/>
                  </a:cubicBezTo>
                  <a:cubicBezTo>
                    <a:pt x="2035041" y="462513"/>
                    <a:pt x="2021955" y="467934"/>
                    <a:pt x="2008310" y="467934"/>
                  </a:cubicBezTo>
                  <a:lnTo>
                    <a:pt x="51449" y="467934"/>
                  </a:lnTo>
                  <a:cubicBezTo>
                    <a:pt x="23034" y="467934"/>
                    <a:pt x="0" y="444899"/>
                    <a:pt x="0" y="416485"/>
                  </a:cubicBezTo>
                  <a:lnTo>
                    <a:pt x="0" y="51449"/>
                  </a:lnTo>
                  <a:cubicBezTo>
                    <a:pt x="0" y="23034"/>
                    <a:pt x="23034" y="0"/>
                    <a:pt x="51449" y="0"/>
                  </a:cubicBezTo>
                  <a:close/>
                </a:path>
              </a:pathLst>
            </a:custGeom>
            <a:solidFill>
              <a:srgbClr val="48817B"/>
            </a:solidFill>
          </p:spPr>
        </p:sp>
        <p:sp>
          <p:nvSpPr>
            <p:cNvPr name="TextBox 14" id="14"/>
            <p:cNvSpPr txBox="true"/>
            <p:nvPr/>
          </p:nvSpPr>
          <p:spPr>
            <a:xfrm>
              <a:off x="0" y="0"/>
              <a:ext cx="2059758" cy="467934"/>
            </a:xfrm>
            <a:prstGeom prst="rect">
              <a:avLst/>
            </a:prstGeom>
          </p:spPr>
          <p:txBody>
            <a:bodyPr anchor="ctr" rtlCol="false" tIns="50800" lIns="50800" bIns="50800" rIns="50800"/>
            <a:lstStyle/>
            <a:p>
              <a:pPr algn="ctr">
                <a:lnSpc>
                  <a:spcPts val="2640"/>
                </a:lnSpc>
              </a:pPr>
            </a:p>
          </p:txBody>
        </p:sp>
      </p:grpSp>
      <p:grpSp>
        <p:nvGrpSpPr>
          <p:cNvPr name="Group 15" id="15"/>
          <p:cNvGrpSpPr/>
          <p:nvPr/>
        </p:nvGrpSpPr>
        <p:grpSpPr>
          <a:xfrm rot="0">
            <a:off x="1891626" y="7265981"/>
            <a:ext cx="1512124" cy="151212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204796" y="0"/>
                  </a:moveTo>
                  <a:lnTo>
                    <a:pt x="608004" y="0"/>
                  </a:lnTo>
                  <a:cubicBezTo>
                    <a:pt x="721110" y="0"/>
                    <a:pt x="812800" y="91690"/>
                    <a:pt x="812800" y="204796"/>
                  </a:cubicBezTo>
                  <a:lnTo>
                    <a:pt x="812800" y="608004"/>
                  </a:lnTo>
                  <a:cubicBezTo>
                    <a:pt x="812800" y="721110"/>
                    <a:pt x="721110" y="812800"/>
                    <a:pt x="608004" y="812800"/>
                  </a:cubicBezTo>
                  <a:lnTo>
                    <a:pt x="204796" y="812800"/>
                  </a:lnTo>
                  <a:cubicBezTo>
                    <a:pt x="91690" y="812800"/>
                    <a:pt x="0" y="721110"/>
                    <a:pt x="0" y="608004"/>
                  </a:cubicBezTo>
                  <a:lnTo>
                    <a:pt x="0" y="204796"/>
                  </a:lnTo>
                  <a:cubicBezTo>
                    <a:pt x="0" y="91690"/>
                    <a:pt x="91690" y="0"/>
                    <a:pt x="204796" y="0"/>
                  </a:cubicBezTo>
                  <a:close/>
                </a:path>
              </a:pathLst>
            </a:custGeom>
            <a:solidFill>
              <a:srgbClr val="FFFEF2"/>
            </a:solidFill>
          </p:spPr>
        </p:sp>
        <p:sp>
          <p:nvSpPr>
            <p:cNvPr name="TextBox 17" id="17"/>
            <p:cNvSpPr txBox="true"/>
            <p:nvPr/>
          </p:nvSpPr>
          <p:spPr>
            <a:xfrm>
              <a:off x="0" y="0"/>
              <a:ext cx="812800" cy="812800"/>
            </a:xfrm>
            <a:prstGeom prst="rect">
              <a:avLst/>
            </a:prstGeom>
          </p:spPr>
          <p:txBody>
            <a:bodyPr anchor="ctr" rtlCol="false" tIns="50800" lIns="50800" bIns="50800" rIns="50800"/>
            <a:lstStyle/>
            <a:p>
              <a:pPr algn="ctr">
                <a:lnSpc>
                  <a:spcPts val="2640"/>
                </a:lnSpc>
              </a:pPr>
            </a:p>
          </p:txBody>
        </p:sp>
      </p:grpSp>
      <p:sp>
        <p:nvSpPr>
          <p:cNvPr name="Freeform 18" id="18"/>
          <p:cNvSpPr/>
          <p:nvPr/>
        </p:nvSpPr>
        <p:spPr>
          <a:xfrm flipH="false" flipV="false" rot="0">
            <a:off x="2027342" y="4920513"/>
            <a:ext cx="1240693" cy="1079403"/>
          </a:xfrm>
          <a:custGeom>
            <a:avLst/>
            <a:gdLst/>
            <a:ahLst/>
            <a:cxnLst/>
            <a:rect r="r" b="b" t="t" l="l"/>
            <a:pathLst>
              <a:path h="1079403" w="1240693">
                <a:moveTo>
                  <a:pt x="0" y="0"/>
                </a:moveTo>
                <a:lnTo>
                  <a:pt x="1240693" y="0"/>
                </a:lnTo>
                <a:lnTo>
                  <a:pt x="1240693" y="1079403"/>
                </a:lnTo>
                <a:lnTo>
                  <a:pt x="0" y="1079403"/>
                </a:lnTo>
                <a:lnTo>
                  <a:pt x="0" y="0"/>
                </a:lnTo>
                <a:close/>
              </a:path>
            </a:pathLst>
          </a:custGeom>
          <a:blipFill>
            <a:blip r:embed="rId8"/>
            <a:stretch>
              <a:fillRect l="0" t="0" r="0" b="0"/>
            </a:stretch>
          </a:blipFill>
        </p:spPr>
      </p:sp>
      <p:sp>
        <p:nvSpPr>
          <p:cNvPr name="Freeform 19" id="19"/>
          <p:cNvSpPr/>
          <p:nvPr/>
        </p:nvSpPr>
        <p:spPr>
          <a:xfrm flipH="false" flipV="false" rot="0">
            <a:off x="2027342" y="7569935"/>
            <a:ext cx="1024057" cy="1039651"/>
          </a:xfrm>
          <a:custGeom>
            <a:avLst/>
            <a:gdLst/>
            <a:ahLst/>
            <a:cxnLst/>
            <a:rect r="r" b="b" t="t" l="l"/>
            <a:pathLst>
              <a:path h="1039651" w="1024057">
                <a:moveTo>
                  <a:pt x="0" y="0"/>
                </a:moveTo>
                <a:lnTo>
                  <a:pt x="1024057" y="0"/>
                </a:lnTo>
                <a:lnTo>
                  <a:pt x="1024057" y="1039651"/>
                </a:lnTo>
                <a:lnTo>
                  <a:pt x="0" y="10396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3625960" y="5459953"/>
            <a:ext cx="6212185" cy="302127"/>
          </a:xfrm>
          <a:prstGeom prst="rect">
            <a:avLst/>
          </a:prstGeom>
        </p:spPr>
        <p:txBody>
          <a:bodyPr anchor="t" rtlCol="false" tIns="0" lIns="0" bIns="0" rIns="0">
            <a:spAutoFit/>
          </a:bodyPr>
          <a:lstStyle/>
          <a:p>
            <a:pPr algn="just">
              <a:lnSpc>
                <a:spcPts val="2243"/>
              </a:lnSpc>
            </a:pPr>
            <a:r>
              <a:rPr lang="en-US" sz="2039" spc="-61">
                <a:solidFill>
                  <a:srgbClr val="FFFEF2"/>
                </a:solidFill>
                <a:latin typeface="Poppins"/>
                <a:ea typeface="Poppins"/>
                <a:cs typeface="Poppins"/>
                <a:sym typeface="Poppins"/>
              </a:rPr>
              <a:t>SD</a:t>
            </a:r>
            <a:r>
              <a:rPr lang="en-US" sz="2039" spc="-61">
                <a:solidFill>
                  <a:srgbClr val="FFFEF2"/>
                </a:solidFill>
                <a:latin typeface="Poppins"/>
                <a:ea typeface="Poppins"/>
                <a:cs typeface="Poppins"/>
                <a:sym typeface="Poppins"/>
              </a:rPr>
              <a:t>LB Negeri Kota Pekalongan </a:t>
            </a:r>
          </a:p>
        </p:txBody>
      </p:sp>
      <p:sp>
        <p:nvSpPr>
          <p:cNvPr name="TextBox 21" id="21"/>
          <p:cNvSpPr txBox="true"/>
          <p:nvPr/>
        </p:nvSpPr>
        <p:spPr>
          <a:xfrm rot="0">
            <a:off x="3625960" y="4852733"/>
            <a:ext cx="4064189" cy="395472"/>
          </a:xfrm>
          <a:prstGeom prst="rect">
            <a:avLst/>
          </a:prstGeom>
        </p:spPr>
        <p:txBody>
          <a:bodyPr anchor="t" rtlCol="false" tIns="0" lIns="0" bIns="0" rIns="0">
            <a:spAutoFit/>
          </a:bodyPr>
          <a:lstStyle/>
          <a:p>
            <a:pPr algn="just">
              <a:lnSpc>
                <a:spcPts val="2903"/>
              </a:lnSpc>
            </a:pPr>
            <a:r>
              <a:rPr lang="en-US" b="true" sz="2639" spc="-79">
                <a:solidFill>
                  <a:srgbClr val="FFFEF2"/>
                </a:solidFill>
                <a:latin typeface="Poppins Bold"/>
                <a:ea typeface="Poppins Bold"/>
                <a:cs typeface="Poppins Bold"/>
                <a:sym typeface="Poppins Bold"/>
              </a:rPr>
              <a:t>TEMPAT PENELITIAN</a:t>
            </a:r>
          </a:p>
        </p:txBody>
      </p:sp>
      <p:sp>
        <p:nvSpPr>
          <p:cNvPr name="TextBox 22" id="22"/>
          <p:cNvSpPr txBox="true"/>
          <p:nvPr/>
        </p:nvSpPr>
        <p:spPr>
          <a:xfrm rot="0">
            <a:off x="3625960" y="7417535"/>
            <a:ext cx="4064189" cy="395472"/>
          </a:xfrm>
          <a:prstGeom prst="rect">
            <a:avLst/>
          </a:prstGeom>
        </p:spPr>
        <p:txBody>
          <a:bodyPr anchor="t" rtlCol="false" tIns="0" lIns="0" bIns="0" rIns="0">
            <a:spAutoFit/>
          </a:bodyPr>
          <a:lstStyle/>
          <a:p>
            <a:pPr algn="just">
              <a:lnSpc>
                <a:spcPts val="2903"/>
              </a:lnSpc>
            </a:pPr>
            <a:r>
              <a:rPr lang="en-US" b="true" sz="2639" spc="-79">
                <a:solidFill>
                  <a:srgbClr val="FFFEF2"/>
                </a:solidFill>
                <a:latin typeface="Poppins Bold"/>
                <a:ea typeface="Poppins Bold"/>
                <a:cs typeface="Poppins Bold"/>
                <a:sym typeface="Poppins Bold"/>
              </a:rPr>
              <a:t>OBJ</a:t>
            </a:r>
            <a:r>
              <a:rPr lang="en-US" b="true" sz="2639" spc="-79">
                <a:solidFill>
                  <a:srgbClr val="FFFEF2"/>
                </a:solidFill>
                <a:latin typeface="Poppins Bold"/>
                <a:ea typeface="Poppins Bold"/>
                <a:cs typeface="Poppins Bold"/>
                <a:sym typeface="Poppins Bold"/>
              </a:rPr>
              <a:t>EK PENELITIAN</a:t>
            </a:r>
          </a:p>
        </p:txBody>
      </p:sp>
      <p:sp>
        <p:nvSpPr>
          <p:cNvPr name="TextBox 23" id="23"/>
          <p:cNvSpPr txBox="true"/>
          <p:nvPr/>
        </p:nvSpPr>
        <p:spPr>
          <a:xfrm rot="0">
            <a:off x="3625960" y="8022044"/>
            <a:ext cx="6212185" cy="302127"/>
          </a:xfrm>
          <a:prstGeom prst="rect">
            <a:avLst/>
          </a:prstGeom>
        </p:spPr>
        <p:txBody>
          <a:bodyPr anchor="t" rtlCol="false" tIns="0" lIns="0" bIns="0" rIns="0">
            <a:spAutoFit/>
          </a:bodyPr>
          <a:lstStyle/>
          <a:p>
            <a:pPr algn="just">
              <a:lnSpc>
                <a:spcPts val="2243"/>
              </a:lnSpc>
            </a:pPr>
            <a:r>
              <a:rPr lang="en-US" sz="2039" spc="-61">
                <a:solidFill>
                  <a:srgbClr val="FFFEF2"/>
                </a:solidFill>
                <a:latin typeface="Poppins"/>
                <a:ea typeface="Poppins"/>
                <a:cs typeface="Poppins"/>
                <a:sym typeface="Poppins"/>
              </a:rPr>
              <a:t>An</a:t>
            </a:r>
            <a:r>
              <a:rPr lang="en-US" sz="2039" spc="-61">
                <a:solidFill>
                  <a:srgbClr val="FFFEF2"/>
                </a:solidFill>
                <a:latin typeface="Poppins"/>
                <a:ea typeface="Poppins"/>
                <a:cs typeface="Poppins"/>
                <a:sym typeface="Poppins"/>
              </a:rPr>
              <a:t>ak-Anak/Remaja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2"/>
        </a:solidFill>
      </p:bgPr>
    </p:bg>
    <p:spTree>
      <p:nvGrpSpPr>
        <p:cNvPr id="1" name=""/>
        <p:cNvGrpSpPr/>
        <p:nvPr/>
      </p:nvGrpSpPr>
      <p:grpSpPr>
        <a:xfrm>
          <a:off x="0" y="0"/>
          <a:ext cx="0" cy="0"/>
          <a:chOff x="0" y="0"/>
          <a:chExt cx="0" cy="0"/>
        </a:xfrm>
      </p:grpSpPr>
      <p:sp>
        <p:nvSpPr>
          <p:cNvPr name="Freeform 2" id="2"/>
          <p:cNvSpPr/>
          <p:nvPr/>
        </p:nvSpPr>
        <p:spPr>
          <a:xfrm flipH="false" flipV="false" rot="0">
            <a:off x="9857769" y="1451289"/>
            <a:ext cx="9280618" cy="8858772"/>
          </a:xfrm>
          <a:custGeom>
            <a:avLst/>
            <a:gdLst/>
            <a:ahLst/>
            <a:cxnLst/>
            <a:rect r="r" b="b" t="t" l="l"/>
            <a:pathLst>
              <a:path h="8858772" w="9280618">
                <a:moveTo>
                  <a:pt x="0" y="0"/>
                </a:moveTo>
                <a:lnTo>
                  <a:pt x="9280619" y="0"/>
                </a:lnTo>
                <a:lnTo>
                  <a:pt x="9280619" y="8858772"/>
                </a:lnTo>
                <a:lnTo>
                  <a:pt x="0" y="8858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87460" y="2388404"/>
            <a:ext cx="6197030" cy="7844341"/>
          </a:xfrm>
          <a:custGeom>
            <a:avLst/>
            <a:gdLst/>
            <a:ahLst/>
            <a:cxnLst/>
            <a:rect r="r" b="b" t="t" l="l"/>
            <a:pathLst>
              <a:path h="7844341" w="6197030">
                <a:moveTo>
                  <a:pt x="0" y="0"/>
                </a:moveTo>
                <a:lnTo>
                  <a:pt x="6197030" y="0"/>
                </a:lnTo>
                <a:lnTo>
                  <a:pt x="6197030" y="7844342"/>
                </a:lnTo>
                <a:lnTo>
                  <a:pt x="0" y="78443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85561" y="4215825"/>
            <a:ext cx="9903530" cy="1664851"/>
          </a:xfrm>
          <a:prstGeom prst="rect">
            <a:avLst/>
          </a:prstGeom>
        </p:spPr>
        <p:txBody>
          <a:bodyPr anchor="t" rtlCol="false" tIns="0" lIns="0" bIns="0" rIns="0">
            <a:spAutoFit/>
          </a:bodyPr>
          <a:lstStyle/>
          <a:p>
            <a:pPr algn="l">
              <a:lnSpc>
                <a:spcPts val="13610"/>
              </a:lnSpc>
            </a:pPr>
            <a:r>
              <a:rPr lang="en-US" b="true" sz="9722" spc="-291">
                <a:solidFill>
                  <a:srgbClr val="48817B"/>
                </a:solidFill>
                <a:latin typeface="Roca Two Bold"/>
                <a:ea typeface="Roca Two Bold"/>
                <a:cs typeface="Roca Two Bold"/>
                <a:sym typeface="Roca Two Bold"/>
              </a:rPr>
              <a:t>TERIMA KASIH</a:t>
            </a:r>
          </a:p>
        </p:txBody>
      </p:sp>
      <p:sp>
        <p:nvSpPr>
          <p:cNvPr name="Freeform 5" id="5"/>
          <p:cNvSpPr/>
          <p:nvPr/>
        </p:nvSpPr>
        <p:spPr>
          <a:xfrm flipH="false" flipV="false" rot="2565967">
            <a:off x="-2002488" y="-2250873"/>
            <a:ext cx="5072615" cy="5227713"/>
          </a:xfrm>
          <a:custGeom>
            <a:avLst/>
            <a:gdLst/>
            <a:ahLst/>
            <a:cxnLst/>
            <a:rect r="r" b="b" t="t" l="l"/>
            <a:pathLst>
              <a:path h="5227713" w="5072615">
                <a:moveTo>
                  <a:pt x="0" y="0"/>
                </a:moveTo>
                <a:lnTo>
                  <a:pt x="5072615" y="0"/>
                </a:lnTo>
                <a:lnTo>
                  <a:pt x="5072615" y="5227713"/>
                </a:lnTo>
                <a:lnTo>
                  <a:pt x="0" y="522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DAHT2wJhhas</dc:identifier>
  <dcterms:modified xsi:type="dcterms:W3CDTF">2011-08-01T06:04:30Z</dcterms:modified>
  <cp:revision>1</cp:revision>
  <dc:title>Kesehatan</dc:title>
</cp:coreProperties>
</file>